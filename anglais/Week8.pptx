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0" r:id="rId1"/>
  </p:sldMasterIdLst>
  <p:notesMasterIdLst>
    <p:notesMasterId r:id="rId9"/>
  </p:notesMasterIdLst>
  <p:sldIdLst>
    <p:sldId id="272" r:id="rId2"/>
    <p:sldId id="324" r:id="rId3"/>
    <p:sldId id="323" r:id="rId4"/>
    <p:sldId id="325" r:id="rId5"/>
    <p:sldId id="301" r:id="rId6"/>
    <p:sldId id="302" r:id="rId7"/>
    <p:sldId id="276" r:id="rId8"/>
  </p:sldIdLst>
  <p:sldSz cx="9144000" cy="6858000" type="screen4x3"/>
  <p:notesSz cx="7010400" cy="92964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59" d="100"/>
          <a:sy n="59" d="100"/>
        </p:scale>
        <p:origin x="1500" y="56"/>
      </p:cViewPr>
      <p:guideLst>
        <p:guide orient="horz" pos="2160"/>
        <p:guide pos="2880"/>
      </p:guideLst>
    </p:cSldViewPr>
  </p:slideViewPr>
  <p:notesTextViewPr>
    <p:cViewPr>
      <p:scale>
        <a:sx n="100" d="100"/>
        <a:sy n="100" d="100"/>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8475" cy="466725"/>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970338" y="0"/>
            <a:ext cx="3038475" cy="466725"/>
          </a:xfrm>
          <a:prstGeom prst="rect">
            <a:avLst/>
          </a:prstGeom>
        </p:spPr>
        <p:txBody>
          <a:bodyPr vert="horz" lIns="91440" tIns="45720" rIns="91440" bIns="45720" rtlCol="0"/>
          <a:lstStyle>
            <a:lvl1pPr algn="r">
              <a:defRPr sz="1200"/>
            </a:lvl1pPr>
          </a:lstStyle>
          <a:p>
            <a:fld id="{B74B599B-0FD1-4FF0-9745-F0BDA9EF8233}" type="datetimeFigureOut">
              <a:rPr lang="en-CA" smtClean="0"/>
              <a:t>2023-03-13</a:t>
            </a:fld>
            <a:endParaRPr lang="en-CA"/>
          </a:p>
        </p:txBody>
      </p:sp>
      <p:sp>
        <p:nvSpPr>
          <p:cNvPr id="4" name="Slide Image Placeholder 3"/>
          <p:cNvSpPr>
            <a:spLocks noGrp="1" noRot="1" noChangeAspect="1"/>
          </p:cNvSpPr>
          <p:nvPr>
            <p:ph type="sldImg" idx="2"/>
          </p:nvPr>
        </p:nvSpPr>
        <p:spPr>
          <a:xfrm>
            <a:off x="1414463" y="1162050"/>
            <a:ext cx="4181475" cy="31369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701675" y="4473575"/>
            <a:ext cx="5607050" cy="3660775"/>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829675"/>
            <a:ext cx="3038475" cy="466725"/>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970338" y="8829675"/>
            <a:ext cx="3038475" cy="466725"/>
          </a:xfrm>
          <a:prstGeom prst="rect">
            <a:avLst/>
          </a:prstGeom>
        </p:spPr>
        <p:txBody>
          <a:bodyPr vert="horz" lIns="91440" tIns="45720" rIns="91440" bIns="45720" rtlCol="0" anchor="b"/>
          <a:lstStyle>
            <a:lvl1pPr algn="r">
              <a:defRPr sz="1200"/>
            </a:lvl1pPr>
          </a:lstStyle>
          <a:p>
            <a:fld id="{66B2303E-2E81-45CA-901A-043B08CA7BB5}" type="slidenum">
              <a:rPr lang="en-CA" smtClean="0"/>
              <a:t>‹N°›</a:t>
            </a:fld>
            <a:endParaRPr lang="en-CA"/>
          </a:p>
        </p:txBody>
      </p:sp>
    </p:spTree>
    <p:extLst>
      <p:ext uri="{BB962C8B-B14F-4D97-AF65-F5344CB8AC3E}">
        <p14:creationId xmlns:p14="http://schemas.microsoft.com/office/powerpoint/2010/main" val="1719034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a:p>
        </p:txBody>
      </p:sp>
      <p:sp>
        <p:nvSpPr>
          <p:cNvPr id="4" name="Slide Number Placeholder 3"/>
          <p:cNvSpPr>
            <a:spLocks noGrp="1"/>
          </p:cNvSpPr>
          <p:nvPr>
            <p:ph type="sldNum" sz="quarter" idx="10"/>
          </p:nvPr>
        </p:nvSpPr>
        <p:spPr/>
        <p:txBody>
          <a:bodyPr/>
          <a:lstStyle/>
          <a:p>
            <a:fld id="{D196BFE3-1F61-47D7-9F97-9AD3C736D383}" type="slidenum">
              <a:rPr lang="en-CA" smtClean="0"/>
              <a:t>1</a:t>
            </a:fld>
            <a:endParaRPr lang="en-CA"/>
          </a:p>
        </p:txBody>
      </p:sp>
    </p:spTree>
    <p:extLst>
      <p:ext uri="{BB962C8B-B14F-4D97-AF65-F5344CB8AC3E}">
        <p14:creationId xmlns:p14="http://schemas.microsoft.com/office/powerpoint/2010/main" val="7058143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1905000"/>
            <a:ext cx="7543800" cy="2593975"/>
          </a:xfrm>
        </p:spPr>
        <p:txBody>
          <a:bodyPr anchor="b"/>
          <a:lstStyle>
            <a:lvl1pPr>
              <a:defRPr sz="6600">
                <a:ln>
                  <a:noFill/>
                </a:ln>
                <a:solidFill>
                  <a:schemeClr val="tx2"/>
                </a:solidFill>
              </a:defRPr>
            </a:lvl1pPr>
          </a:lstStyle>
          <a:p>
            <a:r>
              <a:rPr lang="en-US"/>
              <a:t>Click to edit Master title style</a:t>
            </a:r>
            <a:endParaRPr lang="en-US" dirty="0"/>
          </a:p>
        </p:txBody>
      </p:sp>
      <p:sp>
        <p:nvSpPr>
          <p:cNvPr id="3" name="Subtitle 2"/>
          <p:cNvSpPr>
            <a:spLocks noGrp="1"/>
          </p:cNvSpPr>
          <p:nvPr>
            <p:ph type="subTitle" idx="1"/>
          </p:nvPr>
        </p:nvSpPr>
        <p:spPr>
          <a:xfrm>
            <a:off x="685800" y="4572000"/>
            <a:ext cx="6461760" cy="1066800"/>
          </a:xfrm>
        </p:spPr>
        <p:txBody>
          <a:bodyPr anchor="t">
            <a:normAutofit/>
          </a:bodyPr>
          <a:lstStyle>
            <a:lvl1pPr marL="0" indent="0" algn="l">
              <a:buNone/>
              <a:defRPr sz="20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E5A06B7-63D0-45F3-943F-F5BB7F597E75}" type="datetime1">
              <a:rPr lang="en-US" smtClean="0"/>
              <a:t>3/13/2023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‹N°›</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4BEF221-4509-47A4-9CA5-09C1E0895316}" type="datetime1">
              <a:rPr lang="en-US" smtClean="0"/>
              <a:t>3/13/2023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5486400"/>
            <a:ext cx="7659687" cy="1168400"/>
          </a:xfrm>
        </p:spPr>
        <p:txBody>
          <a:bodyPr anchor="t"/>
          <a:lstStyle>
            <a:lvl1pPr algn="l">
              <a:defRPr sz="3600" b="0" cap="all"/>
            </a:lvl1pPr>
          </a:lstStyle>
          <a:p>
            <a:r>
              <a:rPr lang="en-US"/>
              <a:t>Click to edit Master title style</a:t>
            </a:r>
            <a:endParaRPr lang="en-US" dirty="0"/>
          </a:p>
        </p:txBody>
      </p:sp>
      <p:sp>
        <p:nvSpPr>
          <p:cNvPr id="3" name="Text Placeholder 2"/>
          <p:cNvSpPr>
            <a:spLocks noGrp="1"/>
          </p:cNvSpPr>
          <p:nvPr>
            <p:ph type="body" idx="1"/>
          </p:nvPr>
        </p:nvSpPr>
        <p:spPr>
          <a:xfrm>
            <a:off x="722313" y="3852863"/>
            <a:ext cx="6135687" cy="1633538"/>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409174A7-FEC0-4A26-9254-9957E0A841D8}" type="datetime1">
              <a:rPr lang="en-US" smtClean="0"/>
              <a:t>3/13/2023</a:t>
            </a:fld>
            <a:endParaRPr lang="en-US"/>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419600" y="1536192"/>
            <a:ext cx="3657600" cy="4590288"/>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E04012FE-9E33-4C07-9EF1-A55953264CA7}" type="datetime1">
              <a:rPr lang="en-US" smtClean="0"/>
              <a:t>3/13/2023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419600" y="1535113"/>
            <a:ext cx="3657600" cy="639762"/>
          </a:xfrm>
        </p:spPr>
        <p:txBody>
          <a:bodyPr anchor="b">
            <a:noAutofit/>
          </a:bodyPr>
          <a:lstStyle>
            <a:lvl1pPr marL="0" indent="0" algn="ctr">
              <a:buNone/>
              <a:defRPr sz="2000" b="1">
                <a:solidFill>
                  <a:schemeClr val="tx2"/>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419600" y="2174875"/>
            <a:ext cx="3657600"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521420B-137F-4AD9-BEA5-C7EEE0946476}" type="datetime1">
              <a:rPr lang="en-US" smtClean="0"/>
              <a:t>3/13/2023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DAA1CC82-A905-4D18-A826-B8257F7DE6BB}" type="datetime1">
              <a:rPr lang="en-US" smtClean="0"/>
              <a:t>3/13/2023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CCE6481-8003-41B8-8619-622F513CB2E8}" type="datetime1">
              <a:rPr lang="en-US" smtClean="0"/>
              <a:t>3/13/2023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4801" y="5495544"/>
            <a:ext cx="7772400" cy="594360"/>
          </a:xfrm>
        </p:spPr>
        <p:txBody>
          <a:bodyPr anchor="b"/>
          <a:lstStyle>
            <a:lvl1pPr algn="ctr">
              <a:defRPr sz="2200" b="1"/>
            </a:lvl1pPr>
          </a:lstStyle>
          <a:p>
            <a:r>
              <a:rPr lang="en-US"/>
              <a:t>Click to edit Master title style</a:t>
            </a:r>
            <a:endParaRPr lang="en-US" dirty="0"/>
          </a:p>
        </p:txBody>
      </p:sp>
      <p:sp>
        <p:nvSpPr>
          <p:cNvPr id="4" name="Text Placeholder 3"/>
          <p:cNvSpPr>
            <a:spLocks noGrp="1"/>
          </p:cNvSpPr>
          <p:nvPr>
            <p:ph type="body" sz="half" idx="2"/>
          </p:nvPr>
        </p:nvSpPr>
        <p:spPr>
          <a:xfrm>
            <a:off x="304799" y="6096000"/>
            <a:ext cx="7772401" cy="60960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92FE9D30-4DE0-432D-B429-163551F9745E}" type="datetime1">
              <a:rPr lang="en-US" smtClean="0"/>
              <a:t>3/13/2023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E2D2B3B-882E-40F3-A32F-6DD516915044}" type="slidenum">
              <a:rPr lang="en-US" smtClean="0"/>
              <a:pPr/>
              <a:t>‹N°›</a:t>
            </a:fld>
            <a:endParaRPr lang="en-US"/>
          </a:p>
        </p:txBody>
      </p:sp>
      <p:sp>
        <p:nvSpPr>
          <p:cNvPr id="9" name="Content Placeholder 8"/>
          <p:cNvSpPr>
            <a:spLocks noGrp="1"/>
          </p:cNvSpPr>
          <p:nvPr>
            <p:ph sz="quarter" idx="13"/>
          </p:nvPr>
        </p:nvSpPr>
        <p:spPr>
          <a:xfrm>
            <a:off x="304800" y="381000"/>
            <a:ext cx="7772400" cy="494284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301752" y="5495278"/>
            <a:ext cx="7772400" cy="594626"/>
          </a:xfrm>
        </p:spPr>
        <p:txBody>
          <a:bodyPr anchor="b"/>
          <a:lstStyle>
            <a:lvl1pPr algn="ctr">
              <a:defRPr sz="2200" b="1">
                <a:ln>
                  <a:noFill/>
                </a:ln>
                <a:solidFill>
                  <a:schemeClr val="tx2"/>
                </a:solidFill>
              </a:defRPr>
            </a:lvl1pPr>
          </a:lstStyle>
          <a:p>
            <a:r>
              <a:rPr lang="en-US"/>
              <a:t>Click to edit Master title style</a:t>
            </a:r>
            <a:endParaRPr lang="en-US" dirty="0"/>
          </a:p>
        </p:txBody>
      </p:sp>
      <p:sp>
        <p:nvSpPr>
          <p:cNvPr id="3" name="Picture Placeholder 2"/>
          <p:cNvSpPr>
            <a:spLocks noGrp="1"/>
          </p:cNvSpPr>
          <p:nvPr>
            <p:ph type="pic" idx="1"/>
          </p:nvPr>
        </p:nvSpPr>
        <p:spPr>
          <a:xfrm>
            <a:off x="0" y="0"/>
            <a:ext cx="8458200" cy="54864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301752" y="6096000"/>
            <a:ext cx="7772400" cy="612648"/>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8" name="Date Placeholder 7"/>
          <p:cNvSpPr>
            <a:spLocks noGrp="1"/>
          </p:cNvSpPr>
          <p:nvPr>
            <p:ph type="dt" sz="half" idx="10"/>
          </p:nvPr>
        </p:nvSpPr>
        <p:spPr/>
        <p:txBody>
          <a:bodyPr/>
          <a:lstStyle/>
          <a:p>
            <a:fld id="{83CE7214-7294-4B2B-ACFF-812A4AAC2203}" type="datetime1">
              <a:rPr lang="en-US" smtClean="0"/>
              <a:t>3/13/2023</a:t>
            </a:fld>
            <a:endParaRPr lang="en-US" dirty="0"/>
          </a:p>
        </p:txBody>
      </p:sp>
      <p:sp>
        <p:nvSpPr>
          <p:cNvPr id="9" name="Slide Number Placeholder 8"/>
          <p:cNvSpPr>
            <a:spLocks noGrp="1"/>
          </p:cNvSpPr>
          <p:nvPr>
            <p:ph type="sldNum" sz="quarter" idx="11"/>
          </p:nvPr>
        </p:nvSpPr>
        <p:spPr/>
        <p:txBody>
          <a:bodyPr/>
          <a:lstStyle/>
          <a:p>
            <a:fld id="{6E2D2B3B-882E-40F3-A32F-6DD516915044}" type="slidenum">
              <a:rPr lang="en-US" smtClean="0"/>
              <a:pPr/>
              <a:t>‹N°›</a:t>
            </a:fld>
            <a:endParaRPr lang="en-US" dirty="0"/>
          </a:p>
        </p:txBody>
      </p:sp>
      <p:sp>
        <p:nvSpPr>
          <p:cNvPr id="10" name="Footer Placeholder 9"/>
          <p:cNvSpPr>
            <a:spLocks noGrp="1"/>
          </p:cNvSpPr>
          <p:nvPr>
            <p:ph type="ftr" sz="quarter" idx="12"/>
          </p:nvPr>
        </p:nvSpPr>
        <p:spPr/>
        <p:txBody>
          <a:bodyPr/>
          <a:lstStyle/>
          <a:p>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B16111FE-5193-47EF-8BE9-5869585EA94D}" type="datetime1">
              <a:rPr lang="en-US" smtClean="0"/>
              <a:t>3/13/2023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1752600" cy="5851525"/>
          </a:xfrm>
        </p:spPr>
        <p:txBody>
          <a:bodyPr vert="eaVert" anchor="b" anchorCtr="0"/>
          <a:lstStyle/>
          <a:p>
            <a:r>
              <a:rPr lang="en-US"/>
              <a:t>Click to edit Master title style</a:t>
            </a:r>
            <a:endParaRPr lang="en-US"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C9FFF6DA-B5EF-4027-9DDE-4DA729997CF1}" type="datetime1">
              <a:rPr lang="en-US" smtClean="0"/>
              <a:t>3/13/2023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E2D2B3B-882E-40F3-A32F-6DD516915044}" type="slidenum">
              <a:rPr lang="en-US" smtClean="0"/>
              <a:pPr/>
              <a:t>‹N°›</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7620000" cy="1143000"/>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7200" y="1600200"/>
            <a:ext cx="7620000" cy="48006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p:cNvSpPr/>
          <p:nvPr/>
        </p:nvSpPr>
        <p:spPr>
          <a:xfrm>
            <a:off x="8458200" y="0"/>
            <a:ext cx="6858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ectangle 7"/>
          <p:cNvSpPr/>
          <p:nvPr/>
        </p:nvSpPr>
        <p:spPr>
          <a:xfrm>
            <a:off x="8458200" y="5486400"/>
            <a:ext cx="685800" cy="6858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Slide Number Placeholder 5"/>
          <p:cNvSpPr>
            <a:spLocks noGrp="1"/>
          </p:cNvSpPr>
          <p:nvPr>
            <p:ph type="sldNum" sz="quarter" idx="4"/>
          </p:nvPr>
        </p:nvSpPr>
        <p:spPr>
          <a:xfrm>
            <a:off x="8531788" y="5648960"/>
            <a:ext cx="548640" cy="396240"/>
          </a:xfrm>
          <a:prstGeom prst="bracketPair">
            <a:avLst>
              <a:gd name="adj" fmla="val 17949"/>
            </a:avLst>
          </a:prstGeom>
          <a:ln w="19050">
            <a:solidFill>
              <a:srgbClr val="FFFFFF"/>
            </a:solidFill>
          </a:ln>
        </p:spPr>
        <p:txBody>
          <a:bodyPr vert="horz" lIns="0" tIns="0" rIns="0" bIns="0" rtlCol="0" anchor="ctr"/>
          <a:lstStyle>
            <a:lvl1pPr algn="ctr">
              <a:defRPr sz="1800">
                <a:solidFill>
                  <a:srgbClr val="FFFFFF"/>
                </a:solidFill>
              </a:defRPr>
            </a:lvl1pPr>
          </a:lstStyle>
          <a:p>
            <a:fld id="{6E2D2B3B-882E-40F3-A32F-6DD516915044}" type="slidenum">
              <a:rPr lang="en-US" smtClean="0"/>
              <a:pPr/>
              <a:t>‹N°›</a:t>
            </a:fld>
            <a:endParaRPr lang="en-US" dirty="0"/>
          </a:p>
        </p:txBody>
      </p:sp>
      <p:sp>
        <p:nvSpPr>
          <p:cNvPr id="5" name="Footer Placeholder 4"/>
          <p:cNvSpPr>
            <a:spLocks noGrp="1"/>
          </p:cNvSpPr>
          <p:nvPr>
            <p:ph type="ftr" sz="quarter" idx="3"/>
          </p:nvPr>
        </p:nvSpPr>
        <p:spPr>
          <a:xfrm rot="16200000">
            <a:off x="7586910" y="4048760"/>
            <a:ext cx="2367281" cy="365760"/>
          </a:xfrm>
          <a:prstGeom prst="rect">
            <a:avLst/>
          </a:prstGeom>
        </p:spPr>
        <p:txBody>
          <a:bodyPr vert="horz" lIns="91440" tIns="45720" rIns="91440" bIns="45720" rtlCol="0" anchor="ctr"/>
          <a:lstStyle>
            <a:lvl1pPr algn="r">
              <a:defRPr sz="1200">
                <a:solidFill>
                  <a:schemeClr val="bg2"/>
                </a:solidFill>
              </a:defRPr>
            </a:lvl1pPr>
          </a:lstStyle>
          <a:p>
            <a:endParaRPr lang="en-US" dirty="0"/>
          </a:p>
        </p:txBody>
      </p:sp>
      <p:sp>
        <p:nvSpPr>
          <p:cNvPr id="4" name="Date Placeholder 3"/>
          <p:cNvSpPr>
            <a:spLocks noGrp="1"/>
          </p:cNvSpPr>
          <p:nvPr>
            <p:ph type="dt" sz="half" idx="2"/>
          </p:nvPr>
        </p:nvSpPr>
        <p:spPr>
          <a:xfrm rot="16200000">
            <a:off x="7551351" y="1645920"/>
            <a:ext cx="2438399" cy="365760"/>
          </a:xfrm>
          <a:prstGeom prst="rect">
            <a:avLst/>
          </a:prstGeom>
        </p:spPr>
        <p:txBody>
          <a:bodyPr vert="horz" lIns="91440" tIns="45720" rIns="91440" bIns="45720" rtlCol="0" anchor="ctr"/>
          <a:lstStyle>
            <a:lvl1pPr algn="l">
              <a:defRPr sz="1200">
                <a:solidFill>
                  <a:schemeClr val="bg2"/>
                </a:solidFill>
              </a:defRPr>
            </a:lvl1pPr>
          </a:lstStyle>
          <a:p>
            <a:fld id="{AC7A4780-BF45-48FB-8163-CCD37D391062}" type="datetime1">
              <a:rPr lang="en-US" smtClean="0"/>
              <a:t>3/13/2023</a:t>
            </a:fld>
            <a:endParaRPr lang="en-US" dirty="0"/>
          </a:p>
        </p:txBody>
      </p:sp>
    </p:spTree>
  </p:cSld>
  <p:clrMap bg1="lt1" tx1="dk1" bg2="lt2" tx2="dk2" accent1="accent1" accent2="accent2" accent3="accent3" accent4="accent4" accent5="accent5" accent6="accent6" hlink="hlink" folHlink="folHlink"/>
  <p:sldLayoutIdLst>
    <p:sldLayoutId id="2147483951" r:id="rId1"/>
    <p:sldLayoutId id="2147483952" r:id="rId2"/>
    <p:sldLayoutId id="2147483953" r:id="rId3"/>
    <p:sldLayoutId id="2147483954" r:id="rId4"/>
    <p:sldLayoutId id="2147483955" r:id="rId5"/>
    <p:sldLayoutId id="2147483956" r:id="rId6"/>
    <p:sldLayoutId id="2147483957" r:id="rId7"/>
    <p:sldLayoutId id="2147483958" r:id="rId8"/>
    <p:sldLayoutId id="2147483959" r:id="rId9"/>
    <p:sldLayoutId id="2147483960" r:id="rId10"/>
    <p:sldLayoutId id="2147483961" r:id="rId11"/>
  </p:sldLayoutIdLst>
  <p:hf hdr="0" ftr="0" dt="0"/>
  <p:txStyles>
    <p:titleStyle>
      <a:lvl1pPr algn="l" defTabSz="914400" rtl="0" eaLnBrk="1" latinLnBrk="0" hangingPunct="1">
        <a:spcBef>
          <a:spcPct val="0"/>
        </a:spcBef>
        <a:buNone/>
        <a:defRPr sz="4600" kern="1200" cap="none" spc="-100" baseline="0">
          <a:ln>
            <a:noFill/>
          </a:ln>
          <a:solidFill>
            <a:schemeClr val="tx2"/>
          </a:solidFill>
          <a:effectLst/>
          <a:latin typeface="+mj-lt"/>
          <a:ea typeface="+mj-ea"/>
          <a:cs typeface="+mj-cs"/>
        </a:defRPr>
      </a:lvl1pPr>
    </p:titleStyle>
    <p:bodyStyle>
      <a:lvl1pPr marL="342900" indent="-228600" algn="l" defTabSz="914400" rtl="0" eaLnBrk="1" latinLnBrk="0" hangingPunct="1">
        <a:spcBef>
          <a:spcPct val="20000"/>
        </a:spcBef>
        <a:buClr>
          <a:schemeClr val="accent1"/>
        </a:buClr>
        <a:buFont typeface="Arial" pitchFamily="34" charset="0"/>
        <a:buChar char="•"/>
        <a:defRPr sz="2200" kern="1200">
          <a:solidFill>
            <a:schemeClr val="tx1"/>
          </a:solidFill>
          <a:latin typeface="+mn-lt"/>
          <a:ea typeface="+mn-ea"/>
          <a:cs typeface="+mn-cs"/>
        </a:defRPr>
      </a:lvl1pPr>
      <a:lvl2pPr marL="640080" indent="-228600" algn="l" defTabSz="914400" rtl="0" eaLnBrk="1" latinLnBrk="0" hangingPunct="1">
        <a:spcBef>
          <a:spcPct val="20000"/>
        </a:spcBef>
        <a:buClr>
          <a:schemeClr val="accent2"/>
        </a:buClr>
        <a:buFont typeface="Arial" pitchFamily="34" charset="0"/>
        <a:buChar char="•"/>
        <a:defRPr sz="2000" kern="1200">
          <a:solidFill>
            <a:schemeClr val="tx1"/>
          </a:solidFill>
          <a:latin typeface="+mn-lt"/>
          <a:ea typeface="+mn-ea"/>
          <a:cs typeface="+mn-cs"/>
        </a:defRPr>
      </a:lvl2pPr>
      <a:lvl3pPr marL="1005840" indent="-228600" algn="l" defTabSz="914400" rtl="0" eaLnBrk="1" latinLnBrk="0" hangingPunct="1">
        <a:spcBef>
          <a:spcPct val="20000"/>
        </a:spcBef>
        <a:buClr>
          <a:schemeClr val="accent3"/>
        </a:buClr>
        <a:buFont typeface="Arial" pitchFamily="34" charset="0"/>
        <a:buChar char="•"/>
        <a:defRPr sz="1800" kern="1200">
          <a:solidFill>
            <a:schemeClr val="tx1"/>
          </a:solidFill>
          <a:latin typeface="+mn-lt"/>
          <a:ea typeface="+mn-ea"/>
          <a:cs typeface="+mn-cs"/>
        </a:defRPr>
      </a:lvl3pPr>
      <a:lvl4pPr marL="1280160" indent="-228600" algn="l" defTabSz="914400" rtl="0" eaLnBrk="1" latinLnBrk="0" hangingPunct="1">
        <a:spcBef>
          <a:spcPct val="20000"/>
        </a:spcBef>
        <a:buClr>
          <a:schemeClr val="accent4"/>
        </a:buClr>
        <a:buFont typeface="Arial" pitchFamily="34" charset="0"/>
        <a:buChar char="•"/>
        <a:defRPr sz="1600" kern="1200">
          <a:solidFill>
            <a:schemeClr val="tx1"/>
          </a:solidFill>
          <a:latin typeface="+mn-lt"/>
          <a:ea typeface="+mn-ea"/>
          <a:cs typeface="+mn-cs"/>
        </a:defRPr>
      </a:lvl4pPr>
      <a:lvl5pPr marL="1554480" indent="-228600" algn="l" defTabSz="914400" rtl="0" eaLnBrk="1" latinLnBrk="0" hangingPunct="1">
        <a:spcBef>
          <a:spcPct val="20000"/>
        </a:spcBef>
        <a:buClr>
          <a:schemeClr val="accent5"/>
        </a:buClr>
        <a:buFont typeface="Arial" pitchFamily="34" charset="0"/>
        <a:buChar char="•"/>
        <a:defRPr sz="1400" kern="1200" baseline="0">
          <a:solidFill>
            <a:schemeClr val="tx1"/>
          </a:solidFill>
          <a:latin typeface="+mn-lt"/>
          <a:ea typeface="+mn-ea"/>
          <a:cs typeface="+mn-cs"/>
        </a:defRPr>
      </a:lvl5pPr>
      <a:lvl6pPr marL="1737360" indent="-182880" algn="l" defTabSz="914400" rtl="0" eaLnBrk="1" latinLnBrk="0" hangingPunct="1">
        <a:spcBef>
          <a:spcPct val="20000"/>
        </a:spcBef>
        <a:buClr>
          <a:schemeClr val="accent1"/>
        </a:buClr>
        <a:buFont typeface="Arial" pitchFamily="34" charset="0"/>
        <a:buChar char="•"/>
        <a:defRPr sz="1400" kern="1200" baseline="0">
          <a:solidFill>
            <a:schemeClr val="tx1"/>
          </a:solidFill>
          <a:latin typeface="+mn-lt"/>
          <a:ea typeface="+mn-ea"/>
          <a:cs typeface="+mn-cs"/>
        </a:defRPr>
      </a:lvl6pPr>
      <a:lvl7pPr marL="1920240" indent="-182880" algn="l" defTabSz="914400" rtl="0" eaLnBrk="1" latinLnBrk="0" hangingPunct="1">
        <a:spcBef>
          <a:spcPct val="20000"/>
        </a:spcBef>
        <a:buClr>
          <a:schemeClr val="accent2"/>
        </a:buClr>
        <a:buFont typeface="Arial" pitchFamily="34" charset="0"/>
        <a:buChar char="•"/>
        <a:defRPr sz="1400" kern="1200">
          <a:solidFill>
            <a:schemeClr val="tx1"/>
          </a:solidFill>
          <a:latin typeface="+mn-lt"/>
          <a:ea typeface="+mn-ea"/>
          <a:cs typeface="+mn-cs"/>
        </a:defRPr>
      </a:lvl7pPr>
      <a:lvl8pPr marL="2103120" indent="-182880" algn="l" defTabSz="914400" rtl="0" eaLnBrk="1" latinLnBrk="0" hangingPunct="1">
        <a:spcBef>
          <a:spcPct val="20000"/>
        </a:spcBef>
        <a:buClr>
          <a:schemeClr val="accent3"/>
        </a:buClr>
        <a:buFont typeface="Arial" pitchFamily="34" charset="0"/>
        <a:buChar char="•"/>
        <a:defRPr sz="1400" kern="1200">
          <a:solidFill>
            <a:schemeClr val="tx1"/>
          </a:solidFill>
          <a:latin typeface="+mn-lt"/>
          <a:ea typeface="+mn-ea"/>
          <a:cs typeface="+mn-cs"/>
        </a:defRPr>
      </a:lvl8pPr>
      <a:lvl9pPr marL="2286000" indent="-182880" algn="l" defTabSz="914400" rtl="0" eaLnBrk="1" latinLnBrk="0" hangingPunct="1">
        <a:spcBef>
          <a:spcPct val="20000"/>
        </a:spcBef>
        <a:buClr>
          <a:schemeClr val="accent4"/>
        </a:buClr>
        <a:buFont typeface="Arial"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57896" y="309093"/>
            <a:ext cx="7620000" cy="1004552"/>
          </a:xfrm>
        </p:spPr>
        <p:txBody>
          <a:bodyPr/>
          <a:lstStyle/>
          <a:p>
            <a:r>
              <a:rPr lang="en-US" dirty="0"/>
              <a:t>604-220  Week 8</a:t>
            </a:r>
          </a:p>
        </p:txBody>
      </p:sp>
      <p:sp>
        <p:nvSpPr>
          <p:cNvPr id="3" name="Content Placeholder 2"/>
          <p:cNvSpPr>
            <a:spLocks noGrp="1"/>
          </p:cNvSpPr>
          <p:nvPr>
            <p:ph idx="1"/>
          </p:nvPr>
        </p:nvSpPr>
        <p:spPr>
          <a:xfrm>
            <a:off x="657896" y="1912512"/>
            <a:ext cx="7218608" cy="5396248"/>
          </a:xfrm>
        </p:spPr>
        <p:txBody>
          <a:bodyPr>
            <a:normAutofit/>
          </a:bodyPr>
          <a:lstStyle/>
          <a:p>
            <a:pPr marL="114300" indent="0">
              <a:buNone/>
            </a:pPr>
            <a:r>
              <a:rPr lang="en-US" sz="2400" dirty="0"/>
              <a:t>Class:</a:t>
            </a:r>
          </a:p>
          <a:p>
            <a:pPr marL="571500" indent="-457200">
              <a:buFont typeface="Arial" pitchFamily="34" charset="0"/>
              <a:buAutoNum type="arabicPeriod"/>
            </a:pPr>
            <a:r>
              <a:rPr lang="en-US" sz="2400" dirty="0"/>
              <a:t>Attendance</a:t>
            </a:r>
          </a:p>
          <a:p>
            <a:pPr marL="571500" indent="-457200">
              <a:buFont typeface="Arial" pitchFamily="34" charset="0"/>
              <a:buAutoNum type="arabicPeriod"/>
            </a:pPr>
            <a:r>
              <a:rPr lang="en-US" sz="2400" dirty="0"/>
              <a:t>Review of Summative Speaking Evaluation </a:t>
            </a:r>
          </a:p>
          <a:p>
            <a:pPr marL="571500" indent="-457200">
              <a:buFont typeface="Arial" pitchFamily="34" charset="0"/>
              <a:buAutoNum type="arabicPeriod"/>
            </a:pPr>
            <a:r>
              <a:rPr lang="en-US" sz="2400" dirty="0"/>
              <a:t>Pronouns</a:t>
            </a:r>
          </a:p>
          <a:p>
            <a:pPr marL="571500" indent="-457200">
              <a:buFont typeface="Arial" pitchFamily="34" charset="0"/>
              <a:buAutoNum type="arabicPeriod"/>
            </a:pPr>
            <a:r>
              <a:rPr lang="en-US" sz="2400" dirty="0"/>
              <a:t>Transitional Words and Phrases (handout)</a:t>
            </a:r>
          </a:p>
          <a:p>
            <a:pPr marL="571500" indent="-457200">
              <a:buFont typeface="Arial" pitchFamily="34" charset="0"/>
              <a:buAutoNum type="arabicPeriod"/>
            </a:pPr>
            <a:r>
              <a:rPr lang="en-US" sz="2400" dirty="0"/>
              <a:t>Reading (handout)</a:t>
            </a:r>
          </a:p>
          <a:p>
            <a:pPr marL="114300" indent="0">
              <a:buNone/>
            </a:pPr>
            <a:endParaRPr lang="en-US" sz="2400" dirty="0"/>
          </a:p>
          <a:p>
            <a:pPr marL="114300" indent="0">
              <a:buNone/>
            </a:pPr>
            <a:r>
              <a:rPr lang="en-US" sz="2400" dirty="0"/>
              <a:t>Lab: Start Task II: Innovation Reading Research. </a:t>
            </a:r>
          </a:p>
          <a:p>
            <a:pPr marL="571500" indent="-457200">
              <a:buAutoNum type="arabicPeriod"/>
            </a:pPr>
            <a:endParaRPr lang="en-US" sz="2400" dirty="0">
              <a:solidFill>
                <a:srgbClr val="FF0000"/>
              </a:solidFill>
            </a:endParaRPr>
          </a:p>
          <a:p>
            <a:pPr marL="114300" indent="0">
              <a:buNone/>
            </a:pPr>
            <a:endParaRPr lang="en-US" sz="2400" dirty="0">
              <a:solidFill>
                <a:srgbClr val="FF0000"/>
              </a:solidFill>
            </a:endParaRPr>
          </a:p>
          <a:p>
            <a:endParaRPr lang="en-US" dirty="0"/>
          </a:p>
          <a:p>
            <a:endParaRPr lang="en-US" dirty="0"/>
          </a:p>
          <a:p>
            <a:endParaRPr lang="en-US" dirty="0"/>
          </a:p>
          <a:p>
            <a:endParaRPr lang="en-US" dirty="0"/>
          </a:p>
        </p:txBody>
      </p:sp>
      <p:sp>
        <p:nvSpPr>
          <p:cNvPr id="4" name="Slide Number Placeholder 3"/>
          <p:cNvSpPr>
            <a:spLocks noGrp="1"/>
          </p:cNvSpPr>
          <p:nvPr>
            <p:ph type="sldNum" sz="quarter" idx="12"/>
          </p:nvPr>
        </p:nvSpPr>
        <p:spPr/>
        <p:txBody>
          <a:bodyPr/>
          <a:lstStyle/>
          <a:p>
            <a:fld id="{6E2D2B3B-882E-40F3-A32F-6DD516915044}" type="slidenum">
              <a:rPr lang="en-US" smtClean="0"/>
              <a:pPr/>
              <a:t>1</a:t>
            </a:fld>
            <a:endParaRPr lang="en-US"/>
          </a:p>
        </p:txBody>
      </p:sp>
    </p:spTree>
    <p:extLst>
      <p:ext uri="{BB962C8B-B14F-4D97-AF65-F5344CB8AC3E}">
        <p14:creationId xmlns:p14="http://schemas.microsoft.com/office/powerpoint/2010/main" val="48177875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200" y="44624"/>
            <a:ext cx="8229600" cy="346050"/>
          </a:xfrm>
        </p:spPr>
        <p:txBody>
          <a:bodyPr/>
          <a:lstStyle/>
          <a:p>
            <a:r>
              <a:rPr lang="fr-CA" sz="3200" dirty="0" err="1"/>
              <a:t>Pronouns</a:t>
            </a:r>
            <a:r>
              <a:rPr lang="fr-CA" sz="3200" dirty="0"/>
              <a:t> (</a:t>
            </a:r>
            <a:r>
              <a:rPr lang="fr-CA" sz="3200" i="1" dirty="0"/>
              <a:t>Avenues 1 </a:t>
            </a:r>
            <a:r>
              <a:rPr lang="fr-CA" sz="3200" i="1" dirty="0" err="1"/>
              <a:t>Grammar</a:t>
            </a:r>
            <a:r>
              <a:rPr lang="fr-CA" sz="3200" i="1" dirty="0"/>
              <a:t> </a:t>
            </a:r>
            <a:r>
              <a:rPr lang="fr-CA" sz="3200" dirty="0"/>
              <a:t>P.2)</a:t>
            </a:r>
          </a:p>
        </p:txBody>
      </p:sp>
      <p:pic>
        <p:nvPicPr>
          <p:cNvPr id="4" name="Espace réservé du contenu 3"/>
          <p:cNvPicPr>
            <a:picLocks noGrp="1" noChangeAspect="1"/>
          </p:cNvPicPr>
          <p:nvPr>
            <p:ph idx="1"/>
          </p:nvPr>
        </p:nvPicPr>
        <p:blipFill>
          <a:blip r:embed="rId2"/>
          <a:stretch>
            <a:fillRect/>
          </a:stretch>
        </p:blipFill>
        <p:spPr>
          <a:xfrm>
            <a:off x="0" y="476672"/>
            <a:ext cx="9144000" cy="6381328"/>
          </a:xfrm>
          <a:prstGeom prst="rect">
            <a:avLst/>
          </a:prstGeom>
        </p:spPr>
      </p:pic>
    </p:spTree>
    <p:extLst>
      <p:ext uri="{BB962C8B-B14F-4D97-AF65-F5344CB8AC3E}">
        <p14:creationId xmlns:p14="http://schemas.microsoft.com/office/powerpoint/2010/main" val="24387870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re 1"/>
          <p:cNvSpPr>
            <a:spLocks noGrp="1"/>
          </p:cNvSpPr>
          <p:nvPr>
            <p:ph type="title"/>
          </p:nvPr>
        </p:nvSpPr>
        <p:spPr>
          <a:xfrm>
            <a:off x="457199" y="116632"/>
            <a:ext cx="8229600" cy="562074"/>
          </a:xfrm>
        </p:spPr>
        <p:txBody>
          <a:bodyPr/>
          <a:lstStyle/>
          <a:p>
            <a:r>
              <a:rPr lang="fr-CA" sz="2800" dirty="0"/>
              <a:t>Mixed </a:t>
            </a:r>
            <a:r>
              <a:rPr lang="fr-CA" sz="2800" dirty="0" err="1"/>
              <a:t>Pronouns</a:t>
            </a:r>
            <a:r>
              <a:rPr lang="fr-CA" sz="2800" dirty="0"/>
              <a:t> (</a:t>
            </a:r>
            <a:r>
              <a:rPr lang="fr-CA" sz="2800" i="1" dirty="0"/>
              <a:t>Avenues</a:t>
            </a:r>
            <a:r>
              <a:rPr lang="fr-CA" sz="2800" dirty="0"/>
              <a:t> 1 </a:t>
            </a:r>
            <a:r>
              <a:rPr lang="fr-CA" sz="2800" dirty="0" err="1"/>
              <a:t>Grammar</a:t>
            </a:r>
            <a:r>
              <a:rPr lang="fr-CA" sz="2800" dirty="0"/>
              <a:t> P.10)</a:t>
            </a:r>
          </a:p>
        </p:txBody>
      </p:sp>
      <p:pic>
        <p:nvPicPr>
          <p:cNvPr id="4" name="Espace réservé du contenu 3"/>
          <p:cNvPicPr>
            <a:picLocks noGrp="1" noChangeAspect="1"/>
          </p:cNvPicPr>
          <p:nvPr>
            <p:ph idx="1"/>
          </p:nvPr>
        </p:nvPicPr>
        <p:blipFill>
          <a:blip r:embed="rId2"/>
          <a:stretch>
            <a:fillRect/>
          </a:stretch>
        </p:blipFill>
        <p:spPr>
          <a:xfrm>
            <a:off x="0" y="836712"/>
            <a:ext cx="9108504" cy="5976664"/>
          </a:xfrm>
          <a:prstGeom prst="rect">
            <a:avLst/>
          </a:prstGeom>
        </p:spPr>
      </p:pic>
    </p:spTree>
    <p:extLst>
      <p:ext uri="{BB962C8B-B14F-4D97-AF65-F5344CB8AC3E}">
        <p14:creationId xmlns:p14="http://schemas.microsoft.com/office/powerpoint/2010/main" val="237819064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6E6009-272D-FBD5-96BB-714057FC3746}"/>
              </a:ext>
            </a:extLst>
          </p:cNvPr>
          <p:cNvSpPr>
            <a:spLocks noGrp="1"/>
          </p:cNvSpPr>
          <p:nvPr>
            <p:ph type="title"/>
          </p:nvPr>
        </p:nvSpPr>
        <p:spPr>
          <a:xfrm>
            <a:off x="0" y="0"/>
            <a:ext cx="9144000" cy="650383"/>
          </a:xfrm>
        </p:spPr>
        <p:txBody>
          <a:bodyPr/>
          <a:lstStyle/>
          <a:p>
            <a:r>
              <a:rPr lang="en-CA" sz="4400" dirty="0"/>
              <a:t>Error Analysis (</a:t>
            </a:r>
            <a:r>
              <a:rPr lang="en-CA" sz="1800" dirty="0"/>
              <a:t>over 20 errors</a:t>
            </a:r>
            <a:r>
              <a:rPr lang="en-CA" sz="4400" dirty="0"/>
              <a:t>) </a:t>
            </a:r>
            <a:r>
              <a:rPr lang="en-CA" sz="1400" dirty="0"/>
              <a:t>adapted from Avenues 3 p.78-81</a:t>
            </a:r>
          </a:p>
        </p:txBody>
      </p:sp>
      <p:sp>
        <p:nvSpPr>
          <p:cNvPr id="3" name="Content Placeholder 2">
            <a:extLst>
              <a:ext uri="{FF2B5EF4-FFF2-40B4-BE49-F238E27FC236}">
                <a16:creationId xmlns:a16="http://schemas.microsoft.com/office/drawing/2014/main" id="{3F17DB93-57C0-DFC0-A560-F7A58A90D9BD}"/>
              </a:ext>
            </a:extLst>
          </p:cNvPr>
          <p:cNvSpPr>
            <a:spLocks noGrp="1"/>
          </p:cNvSpPr>
          <p:nvPr>
            <p:ph idx="1"/>
          </p:nvPr>
        </p:nvSpPr>
        <p:spPr>
          <a:xfrm>
            <a:off x="1" y="798490"/>
            <a:ext cx="8422782" cy="6117465"/>
          </a:xfrm>
        </p:spPr>
        <p:txBody>
          <a:bodyPr>
            <a:noAutofit/>
          </a:bodyPr>
          <a:lstStyle/>
          <a:p>
            <a:pPr marL="114300" indent="0">
              <a:buNone/>
            </a:pPr>
            <a:r>
              <a:rPr lang="en-CA" sz="2800" dirty="0"/>
              <a:t>Solomon Asch was a social scientifique. One of its most well-known experiment happenned in 1951. In a small room, he conducts its classic study about conformity. He gathered a group, and they consisted of ten participant. The peoples believed that they are in a experiment for test theirs visual judgment. Each person was lead into a room filled with other people. What the participants didn’t realized were that all the others were actor except for the participants.  The actors would gave obviously wrongs answers to some questions, and the participants have to decided whether they agreed or not. Solomon Asch finded out that over one third of the participants gived the wrong answers because them want to conform with the group.  </a:t>
            </a:r>
          </a:p>
        </p:txBody>
      </p:sp>
      <p:sp>
        <p:nvSpPr>
          <p:cNvPr id="4" name="Slide Number Placeholder 3">
            <a:extLst>
              <a:ext uri="{FF2B5EF4-FFF2-40B4-BE49-F238E27FC236}">
                <a16:creationId xmlns:a16="http://schemas.microsoft.com/office/drawing/2014/main" id="{090A224B-E5EA-D80A-2869-43753428790D}"/>
              </a:ext>
            </a:extLst>
          </p:cNvPr>
          <p:cNvSpPr>
            <a:spLocks noGrp="1"/>
          </p:cNvSpPr>
          <p:nvPr>
            <p:ph type="sldNum" sz="quarter" idx="12"/>
          </p:nvPr>
        </p:nvSpPr>
        <p:spPr/>
        <p:txBody>
          <a:bodyPr/>
          <a:lstStyle/>
          <a:p>
            <a:fld id="{6E2D2B3B-882E-40F3-A32F-6DD516915044}" type="slidenum">
              <a:rPr lang="en-US" smtClean="0"/>
              <a:pPr/>
              <a:t>4</a:t>
            </a:fld>
            <a:endParaRPr lang="en-US"/>
          </a:p>
        </p:txBody>
      </p:sp>
    </p:spTree>
    <p:extLst>
      <p:ext uri="{BB962C8B-B14F-4D97-AF65-F5344CB8AC3E}">
        <p14:creationId xmlns:p14="http://schemas.microsoft.com/office/powerpoint/2010/main" val="72607440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C4D25C-545D-116E-4F16-ED67B6E399EC}"/>
              </a:ext>
            </a:extLst>
          </p:cNvPr>
          <p:cNvSpPr>
            <a:spLocks noGrp="1"/>
          </p:cNvSpPr>
          <p:nvPr>
            <p:ph type="title"/>
          </p:nvPr>
        </p:nvSpPr>
        <p:spPr>
          <a:xfrm>
            <a:off x="341290" y="29939"/>
            <a:ext cx="7735910" cy="871582"/>
          </a:xfrm>
        </p:spPr>
        <p:txBody>
          <a:bodyPr/>
          <a:lstStyle/>
          <a:p>
            <a:r>
              <a:rPr lang="fr-CA" dirty="0" err="1"/>
              <a:t>Lab</a:t>
            </a:r>
            <a:r>
              <a:rPr lang="fr-CA" dirty="0"/>
              <a:t>  </a:t>
            </a:r>
            <a:endParaRPr lang="en-CA" dirty="0"/>
          </a:p>
        </p:txBody>
      </p:sp>
      <p:sp>
        <p:nvSpPr>
          <p:cNvPr id="3" name="Content Placeholder 2">
            <a:extLst>
              <a:ext uri="{FF2B5EF4-FFF2-40B4-BE49-F238E27FC236}">
                <a16:creationId xmlns:a16="http://schemas.microsoft.com/office/drawing/2014/main" id="{E0F99BEE-7D19-6C2C-C40B-D314E83A6763}"/>
              </a:ext>
            </a:extLst>
          </p:cNvPr>
          <p:cNvSpPr>
            <a:spLocks noGrp="1"/>
          </p:cNvSpPr>
          <p:nvPr>
            <p:ph idx="1"/>
          </p:nvPr>
        </p:nvSpPr>
        <p:spPr>
          <a:xfrm>
            <a:off x="63573" y="1023871"/>
            <a:ext cx="8365650" cy="5804190"/>
          </a:xfrm>
        </p:spPr>
        <p:txBody>
          <a:bodyPr>
            <a:normAutofit fontScale="92500" lnSpcReduction="10000"/>
          </a:bodyPr>
          <a:lstStyle/>
          <a:p>
            <a:r>
              <a:rPr lang="en-US" dirty="0"/>
              <a:t>Begin Task II: Innovation Reading Research </a:t>
            </a:r>
          </a:p>
          <a:p>
            <a:pPr marL="114300" indent="0">
              <a:buNone/>
            </a:pPr>
            <a:r>
              <a:rPr lang="en-US" dirty="0"/>
              <a:t>    This task counts towards Summative Evaluation 2 Reading 10%. </a:t>
            </a:r>
          </a:p>
          <a:p>
            <a:pPr marL="114300" indent="0">
              <a:buNone/>
            </a:pPr>
            <a:endParaRPr lang="en-US" sz="800" dirty="0"/>
          </a:p>
          <a:p>
            <a:r>
              <a:rPr lang="en-CA" dirty="0">
                <a:solidFill>
                  <a:srgbClr val="FF0000"/>
                </a:solidFill>
              </a:rPr>
              <a:t>Due time</a:t>
            </a:r>
            <a:r>
              <a:rPr lang="en-CA" dirty="0"/>
              <a:t>: at the end of the lab period in Week 9. </a:t>
            </a:r>
          </a:p>
          <a:p>
            <a:pPr marL="114300" indent="0">
              <a:buNone/>
            </a:pPr>
            <a:endParaRPr lang="en-US" sz="800" dirty="0"/>
          </a:p>
          <a:p>
            <a:r>
              <a:rPr lang="en-US" dirty="0"/>
              <a:t>Instructions: Individually, research an article of approximately </a:t>
            </a:r>
            <a:r>
              <a:rPr lang="en-US" dirty="0">
                <a:solidFill>
                  <a:srgbClr val="FF0000"/>
                </a:solidFill>
              </a:rPr>
              <a:t>750 words </a:t>
            </a:r>
            <a:r>
              <a:rPr lang="en-US" dirty="0"/>
              <a:t>from a </a:t>
            </a:r>
            <a:r>
              <a:rPr lang="en-US" dirty="0">
                <a:solidFill>
                  <a:srgbClr val="FF0000"/>
                </a:solidFill>
              </a:rPr>
              <a:t>reliable source</a:t>
            </a:r>
            <a:r>
              <a:rPr lang="en-US" dirty="0"/>
              <a:t>, which shows recent (less than ten years old) </a:t>
            </a:r>
            <a:r>
              <a:rPr lang="en-US" dirty="0">
                <a:solidFill>
                  <a:srgbClr val="FF0000"/>
                </a:solidFill>
              </a:rPr>
              <a:t>innovation(s)</a:t>
            </a:r>
            <a:r>
              <a:rPr lang="en-US" dirty="0"/>
              <a:t> in your field.</a:t>
            </a:r>
          </a:p>
          <a:p>
            <a:endParaRPr lang="en-US" sz="800" dirty="0"/>
          </a:p>
          <a:p>
            <a:r>
              <a:rPr lang="en-US" dirty="0"/>
              <a:t>Evaluation Criteria (10 points): </a:t>
            </a:r>
          </a:p>
          <a:p>
            <a:pPr marL="868680" lvl="1" indent="-457200">
              <a:buAutoNum type="arabicParenBoth"/>
            </a:pPr>
            <a:r>
              <a:rPr lang="fr-CA" dirty="0"/>
              <a:t>Field of </a:t>
            </a:r>
            <a:r>
              <a:rPr lang="fr-CA" dirty="0" err="1"/>
              <a:t>study</a:t>
            </a:r>
            <a:r>
              <a:rPr lang="fr-CA" dirty="0"/>
              <a:t> (1 point)</a:t>
            </a:r>
          </a:p>
          <a:p>
            <a:pPr marL="868680" lvl="1" indent="-457200">
              <a:buFont typeface="Arial" pitchFamily="34" charset="0"/>
              <a:buAutoNum type="arabicParenBoth"/>
            </a:pPr>
            <a:r>
              <a:rPr lang="fr-CA" dirty="0"/>
              <a:t>The </a:t>
            </a:r>
            <a:r>
              <a:rPr lang="fr-CA" dirty="0" err="1"/>
              <a:t>required</a:t>
            </a:r>
            <a:r>
              <a:rPr lang="fr-CA" dirty="0"/>
              <a:t> </a:t>
            </a:r>
            <a:r>
              <a:rPr lang="fr-CA" dirty="0" err="1"/>
              <a:t>number</a:t>
            </a:r>
            <a:r>
              <a:rPr lang="fr-CA" dirty="0"/>
              <a:t> of </a:t>
            </a:r>
            <a:r>
              <a:rPr lang="fr-CA" dirty="0" err="1"/>
              <a:t>words</a:t>
            </a:r>
            <a:r>
              <a:rPr lang="fr-CA" dirty="0"/>
              <a:t> (not </a:t>
            </a:r>
            <a:r>
              <a:rPr lang="fr-CA" dirty="0" err="1"/>
              <a:t>too</a:t>
            </a:r>
            <a:r>
              <a:rPr lang="fr-CA" dirty="0"/>
              <a:t> long or </a:t>
            </a:r>
            <a:r>
              <a:rPr lang="fr-CA" dirty="0" err="1"/>
              <a:t>too</a:t>
            </a:r>
            <a:r>
              <a:rPr lang="fr-CA" dirty="0"/>
              <a:t> short) (0.5 point) </a:t>
            </a:r>
          </a:p>
          <a:p>
            <a:pPr marL="868680" lvl="1" indent="-457200">
              <a:buAutoNum type="arabicParenBoth"/>
            </a:pPr>
            <a:r>
              <a:rPr lang="fr-CA" dirty="0"/>
              <a:t>Reference to the source (0.5 point)</a:t>
            </a:r>
          </a:p>
          <a:p>
            <a:pPr marL="868680" lvl="1" indent="-457200">
              <a:buAutoNum type="arabicParenBoth"/>
            </a:pPr>
            <a:r>
              <a:rPr lang="fr-CA" dirty="0"/>
              <a:t>Justification of the </a:t>
            </a:r>
            <a:r>
              <a:rPr lang="fr-CA" dirty="0" err="1"/>
              <a:t>reliability</a:t>
            </a:r>
            <a:r>
              <a:rPr lang="fr-CA" dirty="0"/>
              <a:t> of the source  (2 points)</a:t>
            </a:r>
          </a:p>
          <a:p>
            <a:pPr marL="868680" lvl="1" indent="-457200">
              <a:buAutoNum type="arabicParenBoth"/>
            </a:pPr>
            <a:r>
              <a:rPr lang="fr-CA" dirty="0" err="1"/>
              <a:t>Three</a:t>
            </a:r>
            <a:r>
              <a:rPr lang="fr-CA" dirty="0"/>
              <a:t> </a:t>
            </a:r>
            <a:r>
              <a:rPr lang="fr-CA" dirty="0" err="1"/>
              <a:t>level-appripriate</a:t>
            </a:r>
            <a:r>
              <a:rPr lang="fr-CA" dirty="0"/>
              <a:t>, </a:t>
            </a:r>
            <a:r>
              <a:rPr lang="fr-CA" dirty="0" err="1"/>
              <a:t>field-related</a:t>
            </a:r>
            <a:r>
              <a:rPr lang="fr-CA" dirty="0"/>
              <a:t> </a:t>
            </a:r>
            <a:r>
              <a:rPr lang="fr-CA" dirty="0" err="1"/>
              <a:t>terms</a:t>
            </a:r>
            <a:r>
              <a:rPr lang="en-CA" dirty="0"/>
              <a:t>/expressions and their definitions (3 points) </a:t>
            </a:r>
            <a:r>
              <a:rPr lang="en-CA" dirty="0">
                <a:solidFill>
                  <a:srgbClr val="FF0000"/>
                </a:solidFill>
              </a:rPr>
              <a:t>Word frequency levels 1-3 or B2 are acceptable. </a:t>
            </a:r>
          </a:p>
          <a:p>
            <a:pPr marL="868680" lvl="1" indent="-457200">
              <a:buAutoNum type="arabicParenBoth"/>
            </a:pPr>
            <a:r>
              <a:rPr lang="en-CA" dirty="0"/>
              <a:t>The main ideas in a couple of sentences (2 points)</a:t>
            </a:r>
          </a:p>
          <a:p>
            <a:pPr marL="868680" lvl="1" indent="-457200">
              <a:buFont typeface="Arial" pitchFamily="34" charset="0"/>
              <a:buAutoNum type="arabicParenBoth"/>
            </a:pPr>
            <a:r>
              <a:rPr lang="en-US" dirty="0"/>
              <a:t>The </a:t>
            </a:r>
            <a:r>
              <a:rPr lang="en-US" dirty="0">
                <a:solidFill>
                  <a:srgbClr val="FF0000"/>
                </a:solidFill>
              </a:rPr>
              <a:t>printed </a:t>
            </a:r>
            <a:r>
              <a:rPr lang="en-US" dirty="0" err="1"/>
              <a:t>ariticle</a:t>
            </a:r>
            <a:r>
              <a:rPr lang="en-US" dirty="0"/>
              <a:t> about a recent innovation(s) </a:t>
            </a:r>
            <a:r>
              <a:rPr lang="fr-CA" dirty="0"/>
              <a:t>(1 point)</a:t>
            </a:r>
            <a:endParaRPr lang="en-CA" dirty="0"/>
          </a:p>
          <a:p>
            <a:pPr marL="411480" lvl="1" indent="0">
              <a:buNone/>
            </a:pPr>
            <a:endParaRPr lang="en-CA" dirty="0"/>
          </a:p>
          <a:p>
            <a:pPr marL="411480" lvl="1" indent="0" algn="ctr">
              <a:buNone/>
            </a:pPr>
            <a:r>
              <a:rPr lang="en-CA" i="1" dirty="0"/>
              <a:t>See the model on the next page. </a:t>
            </a:r>
            <a:endParaRPr lang="fr-CA" i="1" dirty="0"/>
          </a:p>
          <a:p>
            <a:pPr marL="114300" indent="0">
              <a:buNone/>
            </a:pPr>
            <a:endParaRPr lang="en-CA" dirty="0"/>
          </a:p>
          <a:p>
            <a:pPr marL="411480" lvl="1" indent="0">
              <a:buNone/>
            </a:pPr>
            <a:endParaRPr lang="en-US" dirty="0"/>
          </a:p>
          <a:p>
            <a:endParaRPr lang="en-CA" dirty="0"/>
          </a:p>
        </p:txBody>
      </p:sp>
      <p:sp>
        <p:nvSpPr>
          <p:cNvPr id="4" name="Slide Number Placeholder 3">
            <a:extLst>
              <a:ext uri="{FF2B5EF4-FFF2-40B4-BE49-F238E27FC236}">
                <a16:creationId xmlns:a16="http://schemas.microsoft.com/office/drawing/2014/main" id="{0EE8B123-8A8B-2C95-95CB-1A0D900F2C04}"/>
              </a:ext>
            </a:extLst>
          </p:cNvPr>
          <p:cNvSpPr>
            <a:spLocks noGrp="1"/>
          </p:cNvSpPr>
          <p:nvPr>
            <p:ph type="sldNum" sz="quarter" idx="12"/>
          </p:nvPr>
        </p:nvSpPr>
        <p:spPr/>
        <p:txBody>
          <a:bodyPr/>
          <a:lstStyle/>
          <a:p>
            <a:fld id="{6E2D2B3B-882E-40F3-A32F-6DD516915044}" type="slidenum">
              <a:rPr lang="en-US" smtClean="0"/>
              <a:pPr/>
              <a:t>5</a:t>
            </a:fld>
            <a:endParaRPr lang="en-US"/>
          </a:p>
        </p:txBody>
      </p:sp>
    </p:spTree>
    <p:extLst>
      <p:ext uri="{BB962C8B-B14F-4D97-AF65-F5344CB8AC3E}">
        <p14:creationId xmlns:p14="http://schemas.microsoft.com/office/powerpoint/2010/main" val="150630500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239FF52-091C-80DA-892C-B311C1F5C126}"/>
              </a:ext>
            </a:extLst>
          </p:cNvPr>
          <p:cNvSpPr>
            <a:spLocks noGrp="1"/>
          </p:cNvSpPr>
          <p:nvPr>
            <p:ph type="title"/>
          </p:nvPr>
        </p:nvSpPr>
        <p:spPr>
          <a:xfrm>
            <a:off x="-1" y="0"/>
            <a:ext cx="8422783" cy="901521"/>
          </a:xfrm>
        </p:spPr>
        <p:txBody>
          <a:bodyPr/>
          <a:lstStyle/>
          <a:p>
            <a:r>
              <a:rPr lang="en-CA" dirty="0"/>
              <a:t>Word Document </a:t>
            </a:r>
          </a:p>
        </p:txBody>
      </p:sp>
      <p:sp>
        <p:nvSpPr>
          <p:cNvPr id="3" name="Content Placeholder 2">
            <a:extLst>
              <a:ext uri="{FF2B5EF4-FFF2-40B4-BE49-F238E27FC236}">
                <a16:creationId xmlns:a16="http://schemas.microsoft.com/office/drawing/2014/main" id="{B8D08C63-DEAC-ABA9-8F1A-C326076CB29D}"/>
              </a:ext>
            </a:extLst>
          </p:cNvPr>
          <p:cNvSpPr>
            <a:spLocks noGrp="1"/>
          </p:cNvSpPr>
          <p:nvPr>
            <p:ph idx="1"/>
          </p:nvPr>
        </p:nvSpPr>
        <p:spPr>
          <a:xfrm>
            <a:off x="0" y="1017431"/>
            <a:ext cx="8531788" cy="5892084"/>
          </a:xfrm>
        </p:spPr>
        <p:txBody>
          <a:bodyPr>
            <a:normAutofit/>
          </a:bodyPr>
          <a:lstStyle/>
          <a:p>
            <a:pPr marL="114300" indent="0">
              <a:buNone/>
            </a:pPr>
            <a:r>
              <a:rPr lang="en-CA" dirty="0"/>
              <a:t>Group:___________	Name:____________</a:t>
            </a:r>
          </a:p>
          <a:p>
            <a:pPr marL="571500" indent="-457200">
              <a:buFont typeface="+mj-lt"/>
              <a:buAutoNum type="arabicPeriod"/>
            </a:pPr>
            <a:endParaRPr lang="en-CA" dirty="0"/>
          </a:p>
          <a:p>
            <a:pPr marL="571500" indent="-457200">
              <a:buFont typeface="+mj-lt"/>
              <a:buAutoNum type="arabicPeriod"/>
            </a:pPr>
            <a:r>
              <a:rPr lang="en-CA" dirty="0"/>
              <a:t>Field of study (1 point):  </a:t>
            </a:r>
          </a:p>
          <a:p>
            <a:pPr marL="571500" indent="-457200">
              <a:buFont typeface="+mj-lt"/>
              <a:buAutoNum type="arabicPeriod"/>
            </a:pPr>
            <a:r>
              <a:rPr lang="en-CA" dirty="0"/>
              <a:t>Number of words (0.5 point): </a:t>
            </a:r>
          </a:p>
          <a:p>
            <a:pPr marL="571500" indent="-457200">
              <a:buFont typeface="+mj-lt"/>
              <a:buAutoNum type="arabicPeriod"/>
            </a:pPr>
            <a:r>
              <a:rPr lang="en-CA" dirty="0"/>
              <a:t>Reference to the source (0.5 point): </a:t>
            </a:r>
          </a:p>
          <a:p>
            <a:pPr marL="571500" indent="-457200">
              <a:buFont typeface="+mj-lt"/>
              <a:buAutoNum type="arabicPeriod"/>
            </a:pPr>
            <a:r>
              <a:rPr lang="en-CA" dirty="0"/>
              <a:t>Justification of the source(2 points): </a:t>
            </a:r>
          </a:p>
          <a:p>
            <a:pPr marL="571500" indent="-457200">
              <a:buFont typeface="+mj-lt"/>
              <a:buAutoNum type="arabicPeriod"/>
            </a:pPr>
            <a:r>
              <a:rPr lang="en-CA" dirty="0"/>
              <a:t>Level-appropriate, field-related vocabulary and definitions (3 points)  </a:t>
            </a:r>
          </a:p>
          <a:p>
            <a:pPr marL="411480" lvl="1" indent="0">
              <a:buNone/>
            </a:pPr>
            <a:r>
              <a:rPr lang="en-CA" dirty="0"/>
              <a:t>    (1)</a:t>
            </a:r>
            <a:r>
              <a:rPr lang="en-US" dirty="0"/>
              <a:t>   </a:t>
            </a:r>
          </a:p>
          <a:p>
            <a:pPr marL="411480" lvl="1" indent="0">
              <a:buNone/>
            </a:pPr>
            <a:r>
              <a:rPr lang="en-US" dirty="0"/>
              <a:t>    </a:t>
            </a:r>
            <a:r>
              <a:rPr lang="en-CA" dirty="0"/>
              <a:t>(2)   </a:t>
            </a:r>
          </a:p>
          <a:p>
            <a:pPr marL="411480" lvl="1" indent="0">
              <a:buNone/>
            </a:pPr>
            <a:r>
              <a:rPr lang="en-CA" dirty="0"/>
              <a:t>    (3)</a:t>
            </a:r>
          </a:p>
          <a:p>
            <a:pPr marL="571500" indent="-457200">
              <a:buFont typeface="+mj-lt"/>
              <a:buAutoNum type="arabicPeriod"/>
            </a:pPr>
            <a:r>
              <a:rPr lang="en-CA" dirty="0"/>
              <a:t>Main ideas (2 points): </a:t>
            </a:r>
          </a:p>
          <a:p>
            <a:pPr marL="571500" indent="-457200">
              <a:buFont typeface="+mj-lt"/>
              <a:buAutoNum type="arabicPeriod"/>
            </a:pPr>
            <a:r>
              <a:rPr lang="en-CA" dirty="0"/>
              <a:t>The printed innovation article (1 point)</a:t>
            </a:r>
          </a:p>
        </p:txBody>
      </p:sp>
      <p:sp>
        <p:nvSpPr>
          <p:cNvPr id="4" name="Slide Number Placeholder 3">
            <a:extLst>
              <a:ext uri="{FF2B5EF4-FFF2-40B4-BE49-F238E27FC236}">
                <a16:creationId xmlns:a16="http://schemas.microsoft.com/office/drawing/2014/main" id="{E1355A25-551B-9F61-CFD4-FBD9E5C4924C}"/>
              </a:ext>
            </a:extLst>
          </p:cNvPr>
          <p:cNvSpPr>
            <a:spLocks noGrp="1"/>
          </p:cNvSpPr>
          <p:nvPr>
            <p:ph type="sldNum" sz="quarter" idx="12"/>
          </p:nvPr>
        </p:nvSpPr>
        <p:spPr/>
        <p:txBody>
          <a:bodyPr/>
          <a:lstStyle/>
          <a:p>
            <a:fld id="{6E2D2B3B-882E-40F3-A32F-6DD516915044}" type="slidenum">
              <a:rPr lang="en-US" smtClean="0"/>
              <a:pPr/>
              <a:t>6</a:t>
            </a:fld>
            <a:endParaRPr lang="en-US"/>
          </a:p>
        </p:txBody>
      </p:sp>
    </p:spTree>
    <p:extLst>
      <p:ext uri="{BB962C8B-B14F-4D97-AF65-F5344CB8AC3E}">
        <p14:creationId xmlns:p14="http://schemas.microsoft.com/office/powerpoint/2010/main" val="16161475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a:t>Bibliography </a:t>
            </a:r>
          </a:p>
        </p:txBody>
      </p:sp>
      <p:sp>
        <p:nvSpPr>
          <p:cNvPr id="3" name="Content Placeholder 2"/>
          <p:cNvSpPr>
            <a:spLocks noGrp="1"/>
          </p:cNvSpPr>
          <p:nvPr>
            <p:ph idx="1"/>
          </p:nvPr>
        </p:nvSpPr>
        <p:spPr/>
        <p:txBody>
          <a:bodyPr/>
          <a:lstStyle/>
          <a:p>
            <a:pPr marL="571500" indent="-457200">
              <a:buAutoNum type="arabicPeriod"/>
            </a:pPr>
            <a:r>
              <a:rPr lang="en-CA" dirty="0"/>
              <a:t>Insight by Jane </a:t>
            </a:r>
            <a:r>
              <a:rPr lang="en-CA" dirty="0" err="1"/>
              <a:t>Petring</a:t>
            </a:r>
            <a:endParaRPr lang="en-CA" dirty="0"/>
          </a:p>
          <a:p>
            <a:pPr marL="571500" indent="-457200">
              <a:buAutoNum type="arabicPeriod"/>
            </a:pPr>
            <a:r>
              <a:rPr lang="en-CA" dirty="0"/>
              <a:t>Fields of Opportunity by Caroline Orton</a:t>
            </a:r>
          </a:p>
          <a:p>
            <a:pPr marL="571500" indent="-457200">
              <a:buAutoNum type="arabicPeriod"/>
            </a:pPr>
            <a:r>
              <a:rPr lang="en-CA" dirty="0"/>
              <a:t>Goals by Lynne </a:t>
            </a:r>
            <a:r>
              <a:rPr lang="en-CA" dirty="0" err="1"/>
              <a:t>Gaetz</a:t>
            </a:r>
            <a:endParaRPr lang="en-CA" dirty="0"/>
          </a:p>
          <a:p>
            <a:pPr marL="571500" indent="-457200">
              <a:buAutoNum type="arabicPeriod"/>
            </a:pPr>
            <a:r>
              <a:rPr lang="en-CA" dirty="0"/>
              <a:t>Avenues series by Lynne </a:t>
            </a:r>
            <a:r>
              <a:rPr lang="en-CA" dirty="0" err="1"/>
              <a:t>Gaetz</a:t>
            </a:r>
            <a:r>
              <a:rPr lang="en-CA" dirty="0"/>
              <a:t> </a:t>
            </a:r>
          </a:p>
          <a:p>
            <a:pPr marL="571500" indent="-457200">
              <a:buAutoNum type="arabicPeriod"/>
            </a:pPr>
            <a:r>
              <a:rPr lang="en-CA" dirty="0"/>
              <a:t>Collins Online English Dictionary </a:t>
            </a:r>
          </a:p>
          <a:p>
            <a:pPr marL="114300" indent="0">
              <a:buNone/>
            </a:pPr>
            <a:endParaRPr lang="en-CA" dirty="0"/>
          </a:p>
          <a:p>
            <a:endParaRPr lang="en-CA" dirty="0"/>
          </a:p>
          <a:p>
            <a:endParaRPr lang="en-CA" dirty="0"/>
          </a:p>
        </p:txBody>
      </p:sp>
    </p:spTree>
    <p:extLst>
      <p:ext uri="{BB962C8B-B14F-4D97-AF65-F5344CB8AC3E}">
        <p14:creationId xmlns:p14="http://schemas.microsoft.com/office/powerpoint/2010/main" val="213477802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djacency">
  <a:themeElements>
    <a:clrScheme name="Genesis">
      <a:dk1>
        <a:sysClr val="windowText" lastClr="000000"/>
      </a:dk1>
      <a:lt1>
        <a:sysClr val="window" lastClr="FFFFFF"/>
      </a:lt1>
      <a:dk2>
        <a:srgbClr val="465466"/>
      </a:dk2>
      <a:lt2>
        <a:srgbClr val="BBD7F8"/>
      </a:lt2>
      <a:accent1>
        <a:srgbClr val="80B606"/>
      </a:accent1>
      <a:accent2>
        <a:srgbClr val="E29F1D"/>
      </a:accent2>
      <a:accent3>
        <a:srgbClr val="2397E2"/>
      </a:accent3>
      <a:accent4>
        <a:srgbClr val="35ACA2"/>
      </a:accent4>
      <a:accent5>
        <a:srgbClr val="5430BB"/>
      </a:accent5>
      <a:accent6>
        <a:srgbClr val="8D34E0"/>
      </a:accent6>
      <a:hlink>
        <a:srgbClr val="00B0F0"/>
      </a:hlink>
      <a:folHlink>
        <a:srgbClr val="0070C0"/>
      </a:folHlink>
    </a:clrScheme>
    <a:fontScheme name="Adjacency">
      <a:majorFont>
        <a:latin typeface="Cambria"/>
        <a:ea typeface=""/>
        <a:cs typeface=""/>
        <a:font script="Jpan" typeface="ＭＳ 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明朝"/>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Adjacency">
      <a:fillStyleLst>
        <a:solidFill>
          <a:schemeClr val="phClr"/>
        </a:solidFill>
        <a:solidFill>
          <a:schemeClr val="phClr">
            <a:tint val="55000"/>
          </a:schemeClr>
        </a:solidFill>
        <a:solidFill>
          <a:schemeClr val="phClr"/>
        </a:soli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outerShdw blurRad="50800" dist="25400" algn="bl" rotWithShape="0">
              <a:srgbClr val="000000">
                <a:alpha val="60000"/>
              </a:srgbClr>
            </a:outerShdw>
          </a:effectLst>
        </a:effectStyle>
        <a:effectStyle>
          <a:effectLst/>
          <a:scene3d>
            <a:camera prst="orthographicFront">
              <a:rot lat="0" lon="0" rev="0"/>
            </a:camera>
            <a:lightRig rig="brightRoom" dir="tl">
              <a:rot lat="0" lon="0" rev="1800000"/>
            </a:lightRig>
          </a:scene3d>
          <a:sp3d contourW="10160" prstMaterial="dkEdge">
            <a:bevelT w="38100" h="50800" prst="angle"/>
            <a:contourClr>
              <a:schemeClr val="phClr">
                <a:shade val="40000"/>
                <a:satMod val="150000"/>
              </a:schemeClr>
            </a:contourClr>
          </a:sp3d>
        </a:effectStyle>
      </a:effectStyleLst>
      <a:bgFillStyleLst>
        <a:solidFill>
          <a:schemeClr val="phClr"/>
        </a:solidFill>
        <a:gradFill rotWithShape="1">
          <a:gsLst>
            <a:gs pos="0">
              <a:schemeClr val="phClr">
                <a:tint val="90000"/>
              </a:schemeClr>
            </a:gs>
            <a:gs pos="75000">
              <a:schemeClr val="phClr">
                <a:shade val="100000"/>
                <a:satMod val="115000"/>
              </a:schemeClr>
            </a:gs>
            <a:gs pos="100000">
              <a:schemeClr val="phClr">
                <a:shade val="70000"/>
                <a:satMod val="130000"/>
              </a:schemeClr>
            </a:gs>
          </a:gsLst>
          <a:path path="circle">
            <a:fillToRect l="20000" t="50000" r="100000" b="50000"/>
          </a:path>
        </a:gradFill>
        <a:blipFill rotWithShape="1">
          <a:blip xmlns:r="http://schemas.openxmlformats.org/officeDocument/2006/relationships" r:embed="rId1">
            <a:duotone>
              <a:schemeClr val="phClr">
                <a:tint val="97000"/>
              </a:schemeClr>
              <a:schemeClr val="phClr">
                <a:shade val="96000"/>
              </a:schemeClr>
            </a:duotone>
          </a:blip>
          <a:tile tx="0" ty="0" sx="32000" sy="32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Adjacency.thmx</Template>
  <TotalTime>2603</TotalTime>
  <Words>474</Words>
  <Application>Microsoft Office PowerPoint</Application>
  <PresentationFormat>Affichage à l'écran (4:3)</PresentationFormat>
  <Paragraphs>61</Paragraphs>
  <Slides>7</Slides>
  <Notes>1</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7</vt:i4>
      </vt:variant>
    </vt:vector>
  </HeadingPairs>
  <TitlesOfParts>
    <vt:vector size="11" baseType="lpstr">
      <vt:lpstr>Arial</vt:lpstr>
      <vt:lpstr>Calibri</vt:lpstr>
      <vt:lpstr>Cambria</vt:lpstr>
      <vt:lpstr>Adjacency</vt:lpstr>
      <vt:lpstr>604-220  Week 8</vt:lpstr>
      <vt:lpstr>Pronouns (Avenues 1 Grammar P.2)</vt:lpstr>
      <vt:lpstr>Mixed Pronouns (Avenues 1 Grammar P.10)</vt:lpstr>
      <vt:lpstr>Error Analysis (over 20 errors) adapted from Avenues 3 p.78-81</vt:lpstr>
      <vt:lpstr>Lab  </vt:lpstr>
      <vt:lpstr>Word Document </vt:lpstr>
      <vt:lpstr>Bibliography </vt:lpstr>
    </vt:vector>
  </TitlesOfParts>
  <Company>CEGEP André Laurendeau</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Week 4 </dc:title>
  <dc:creator>Loretta  Gillis</dc:creator>
  <cp:lastModifiedBy>Xuelian Wei</cp:lastModifiedBy>
  <cp:revision>182</cp:revision>
  <dcterms:created xsi:type="dcterms:W3CDTF">2013-03-11T22:29:50Z</dcterms:created>
  <dcterms:modified xsi:type="dcterms:W3CDTF">2023-03-13T13:26:45Z</dcterms:modified>
</cp:coreProperties>
</file>