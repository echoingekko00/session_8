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86" r:id="rId10"/>
    <p:sldId id="287" r:id="rId11"/>
    <p:sldId id="261" r:id="rId12"/>
    <p:sldId id="262" r:id="rId13"/>
    <p:sldId id="263" r:id="rId14"/>
    <p:sldId id="277" r:id="rId15"/>
    <p:sldId id="291" r:id="rId16"/>
    <p:sldId id="296" r:id="rId17"/>
    <p:sldId id="279" r:id="rId18"/>
    <p:sldId id="292" r:id="rId19"/>
    <p:sldId id="282" r:id="rId20"/>
    <p:sldId id="280" r:id="rId21"/>
    <p:sldId id="283" r:id="rId22"/>
    <p:sldId id="281" r:id="rId23"/>
    <p:sldId id="293" r:id="rId24"/>
    <p:sldId id="294" r:id="rId25"/>
    <p:sldId id="295" r:id="rId26"/>
    <p:sldId id="288" r:id="rId27"/>
    <p:sldId id="28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C60E4-49CE-4569-9EC0-8593D49639B3}" v="2" dt="2022-02-20T20:28:00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61" d="100"/>
          <a:sy n="61" d="100"/>
        </p:scale>
        <p:origin x="85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Gagnon" userId="c18baaaccbf5293e" providerId="LiveId" clId="{33495EBC-4859-4C0D-A460-ACC42CB90098}"/>
    <pc:docChg chg="undo redo custSel addSld delSld modSld sldOrd">
      <pc:chgData name="Alex Gagnon" userId="c18baaaccbf5293e" providerId="LiveId" clId="{33495EBC-4859-4C0D-A460-ACC42CB90098}" dt="2021-10-22T03:32:56.398" v="6513" actId="1076"/>
      <pc:docMkLst>
        <pc:docMk/>
      </pc:docMkLst>
      <pc:sldChg chg="addSp modSp mod setBg addAnim">
        <pc:chgData name="Alex Gagnon" userId="c18baaaccbf5293e" providerId="LiveId" clId="{33495EBC-4859-4C0D-A460-ACC42CB90098}" dt="2021-10-21T21:12:14.841" v="455" actId="255"/>
        <pc:sldMkLst>
          <pc:docMk/>
          <pc:sldMk cId="2329623894" sldId="256"/>
        </pc:sldMkLst>
        <pc:spChg chg="mod">
          <ac:chgData name="Alex Gagnon" userId="c18baaaccbf5293e" providerId="LiveId" clId="{33495EBC-4859-4C0D-A460-ACC42CB90098}" dt="2021-10-21T21:12:14.841" v="455" actId="255"/>
          <ac:spMkLst>
            <pc:docMk/>
            <pc:sldMk cId="2329623894" sldId="256"/>
            <ac:spMk id="2" creationId="{415C37B1-48F7-407F-8E24-D0A57B4967A2}"/>
          </ac:spMkLst>
        </pc:spChg>
        <pc:spChg chg="mod">
          <ac:chgData name="Alex Gagnon" userId="c18baaaccbf5293e" providerId="LiveId" clId="{33495EBC-4859-4C0D-A460-ACC42CB90098}" dt="2021-10-21T21:12:06.148" v="452" actId="26606"/>
          <ac:spMkLst>
            <pc:docMk/>
            <pc:sldMk cId="2329623894" sldId="256"/>
            <ac:spMk id="3" creationId="{34AF1CEC-F1E9-4C6D-AC3F-0CB322C75390}"/>
          </ac:spMkLst>
        </pc:spChg>
        <pc:spChg chg="add">
          <ac:chgData name="Alex Gagnon" userId="c18baaaccbf5293e" providerId="LiveId" clId="{33495EBC-4859-4C0D-A460-ACC42CB90098}" dt="2021-10-21T21:12:06.148" v="452" actId="26606"/>
          <ac:spMkLst>
            <pc:docMk/>
            <pc:sldMk cId="2329623894" sldId="256"/>
            <ac:spMk id="8" creationId="{70068059-9097-4F05-BA38-CDD7DBF77372}"/>
          </ac:spMkLst>
        </pc:spChg>
      </pc:sldChg>
      <pc:sldChg chg="addSp delSp modSp new mod setBg addAnim">
        <pc:chgData name="Alex Gagnon" userId="c18baaaccbf5293e" providerId="LiveId" clId="{33495EBC-4859-4C0D-A460-ACC42CB90098}" dt="2021-10-21T23:43:44.843" v="2730" actId="255"/>
        <pc:sldMkLst>
          <pc:docMk/>
          <pc:sldMk cId="3271779065" sldId="257"/>
        </pc:sldMkLst>
        <pc:spChg chg="mod">
          <ac:chgData name="Alex Gagnon" userId="c18baaaccbf5293e" providerId="LiveId" clId="{33495EBC-4859-4C0D-A460-ACC42CB90098}" dt="2021-10-21T23:43:44.843" v="2730" actId="255"/>
          <ac:spMkLst>
            <pc:docMk/>
            <pc:sldMk cId="3271779065" sldId="257"/>
            <ac:spMk id="2" creationId="{54190E96-4B61-4FFA-A751-CCCF47FD35A1}"/>
          </ac:spMkLst>
        </pc:spChg>
        <pc:spChg chg="del mod">
          <ac:chgData name="Alex Gagnon" userId="c18baaaccbf5293e" providerId="LiveId" clId="{33495EBC-4859-4C0D-A460-ACC42CB90098}" dt="2021-10-21T21:11:45.752" v="447" actId="478"/>
          <ac:spMkLst>
            <pc:docMk/>
            <pc:sldMk cId="3271779065" sldId="257"/>
            <ac:spMk id="3" creationId="{749997D5-12F9-4868-9AFB-FAF8B72A12CB}"/>
          </ac:spMkLst>
        </pc:spChg>
        <pc:spChg chg="add del">
          <ac:chgData name="Alex Gagnon" userId="c18baaaccbf5293e" providerId="LiveId" clId="{33495EBC-4859-4C0D-A460-ACC42CB90098}" dt="2021-10-21T21:11:58.371" v="449" actId="26606"/>
          <ac:spMkLst>
            <pc:docMk/>
            <pc:sldMk cId="3271779065" sldId="257"/>
            <ac:spMk id="7" creationId="{1DB3D584-20CE-45A2-9AF2-5CFC7DD6FC9B}"/>
          </ac:spMkLst>
        </pc:spChg>
        <pc:spChg chg="add del">
          <ac:chgData name="Alex Gagnon" userId="c18baaaccbf5293e" providerId="LiveId" clId="{33495EBC-4859-4C0D-A460-ACC42CB90098}" dt="2021-10-21T21:11:58.371" v="449" actId="26606"/>
          <ac:spMkLst>
            <pc:docMk/>
            <pc:sldMk cId="3271779065" sldId="257"/>
            <ac:spMk id="11" creationId="{04247D94-65EC-4C34-A6D2-158A42FA050D}"/>
          </ac:spMkLst>
        </pc:spChg>
        <pc:spChg chg="add del">
          <ac:chgData name="Alex Gagnon" userId="c18baaaccbf5293e" providerId="LiveId" clId="{33495EBC-4859-4C0D-A460-ACC42CB90098}" dt="2021-10-21T23:43:34.917" v="2729" actId="26606"/>
          <ac:spMkLst>
            <pc:docMk/>
            <pc:sldMk cId="3271779065" sldId="257"/>
            <ac:spMk id="13" creationId="{44962833-2EBB-47A0-9823-D4F8E16EE1CC}"/>
          </ac:spMkLst>
        </pc:spChg>
        <pc:picChg chg="add">
          <ac:chgData name="Alex Gagnon" userId="c18baaaccbf5293e" providerId="LiveId" clId="{33495EBC-4859-4C0D-A460-ACC42CB90098}" dt="2021-10-21T23:43:34.917" v="2729" actId="26606"/>
          <ac:picMkLst>
            <pc:docMk/>
            <pc:sldMk cId="3271779065" sldId="257"/>
            <ac:picMk id="16" creationId="{E4026A20-45BF-4304-82CC-85F29BFB7AA4}"/>
          </ac:picMkLst>
        </pc:picChg>
        <pc:cxnChg chg="add del">
          <ac:chgData name="Alex Gagnon" userId="c18baaaccbf5293e" providerId="LiveId" clId="{33495EBC-4859-4C0D-A460-ACC42CB90098}" dt="2021-10-21T21:11:58.371" v="449" actId="26606"/>
          <ac:cxnSpMkLst>
            <pc:docMk/>
            <pc:sldMk cId="3271779065" sldId="257"/>
            <ac:cxnSpMk id="9" creationId="{29B5BCCE-687A-4BBC-9E35-559C03CAD6CA}"/>
          </ac:cxnSpMkLst>
        </pc:cxnChg>
        <pc:cxnChg chg="add del">
          <ac:chgData name="Alex Gagnon" userId="c18baaaccbf5293e" providerId="LiveId" clId="{33495EBC-4859-4C0D-A460-ACC42CB90098}" dt="2021-10-21T23:43:34.917" v="2729" actId="26606"/>
          <ac:cxnSpMkLst>
            <pc:docMk/>
            <pc:sldMk cId="3271779065" sldId="257"/>
            <ac:cxnSpMk id="14" creationId="{21FCCE20-1E4F-44FF-87B4-379D391A2D12}"/>
          </ac:cxnSpMkLst>
        </pc:cxnChg>
      </pc:sldChg>
      <pc:sldChg chg="addSp delSp modSp new mod setBg setClrOvrMap">
        <pc:chgData name="Alex Gagnon" userId="c18baaaccbf5293e" providerId="LiveId" clId="{33495EBC-4859-4C0D-A460-ACC42CB90098}" dt="2021-10-21T22:06:19.631" v="1814" actId="1076"/>
        <pc:sldMkLst>
          <pc:docMk/>
          <pc:sldMk cId="2739184913" sldId="258"/>
        </pc:sldMkLst>
        <pc:spChg chg="mod">
          <ac:chgData name="Alex Gagnon" userId="c18baaaccbf5293e" providerId="LiveId" clId="{33495EBC-4859-4C0D-A460-ACC42CB90098}" dt="2021-10-21T21:12:23.953" v="457" actId="26606"/>
          <ac:spMkLst>
            <pc:docMk/>
            <pc:sldMk cId="2739184913" sldId="258"/>
            <ac:spMk id="2" creationId="{344B266D-D7AF-4310-B3BD-8158A10613DF}"/>
          </ac:spMkLst>
        </pc:spChg>
        <pc:spChg chg="del">
          <ac:chgData name="Alex Gagnon" userId="c18baaaccbf5293e" providerId="LiveId" clId="{33495EBC-4859-4C0D-A460-ACC42CB90098}" dt="2021-10-21T21:12:19.880" v="456" actId="478"/>
          <ac:spMkLst>
            <pc:docMk/>
            <pc:sldMk cId="2739184913" sldId="258"/>
            <ac:spMk id="3" creationId="{36094FBC-89A4-4AC7-827A-2F8A122547B5}"/>
          </ac:spMkLst>
        </pc:spChg>
        <pc:spChg chg="add del mod">
          <ac:chgData name="Alex Gagnon" userId="c18baaaccbf5293e" providerId="LiveId" clId="{33495EBC-4859-4C0D-A460-ACC42CB90098}" dt="2021-10-21T22:04:33.159" v="1806" actId="478"/>
          <ac:spMkLst>
            <pc:docMk/>
            <pc:sldMk cId="2739184913" sldId="258"/>
            <ac:spMk id="6" creationId="{88472C27-C107-4255-BBA2-E14C3B3640F4}"/>
          </ac:spMkLst>
        </pc:spChg>
        <pc:spChg chg="add">
          <ac:chgData name="Alex Gagnon" userId="c18baaaccbf5293e" providerId="LiveId" clId="{33495EBC-4859-4C0D-A460-ACC42CB90098}" dt="2021-10-21T21:12:23.953" v="457" actId="26606"/>
          <ac:spMkLst>
            <pc:docMk/>
            <pc:sldMk cId="2739184913" sldId="258"/>
            <ac:spMk id="7" creationId="{E47A690B-DE55-4274-B33B-C91FD647EB63}"/>
          </ac:spMkLst>
        </pc:spChg>
        <pc:spChg chg="add">
          <ac:chgData name="Alex Gagnon" userId="c18baaaccbf5293e" providerId="LiveId" clId="{33495EBC-4859-4C0D-A460-ACC42CB90098}" dt="2021-10-21T21:12:23.953" v="457" actId="26606"/>
          <ac:spMkLst>
            <pc:docMk/>
            <pc:sldMk cId="2739184913" sldId="258"/>
            <ac:spMk id="9" creationId="{DC9CD390-6DB5-4AEA-8D13-BC6CEF344F9D}"/>
          </ac:spMkLst>
        </pc:spChg>
        <pc:spChg chg="add">
          <ac:chgData name="Alex Gagnon" userId="c18baaaccbf5293e" providerId="LiveId" clId="{33495EBC-4859-4C0D-A460-ACC42CB90098}" dt="2021-10-21T21:12:23.953" v="457" actId="26606"/>
          <ac:spMkLst>
            <pc:docMk/>
            <pc:sldMk cId="2739184913" sldId="258"/>
            <ac:spMk id="11" creationId="{11FA69C6-0A69-4994-9F32-C4497B8B4CBF}"/>
          </ac:spMkLst>
        </pc:spChg>
        <pc:picChg chg="add mod">
          <ac:chgData name="Alex Gagnon" userId="c18baaaccbf5293e" providerId="LiveId" clId="{33495EBC-4859-4C0D-A460-ACC42CB90098}" dt="2021-10-21T22:04:42.927" v="1807" actId="14100"/>
          <ac:picMkLst>
            <pc:docMk/>
            <pc:sldMk cId="2739184913" sldId="258"/>
            <ac:picMk id="5" creationId="{6C9564C9-D9EA-4D21-BDF8-3EBD16953399}"/>
          </ac:picMkLst>
        </pc:picChg>
        <pc:picChg chg="add mod">
          <ac:chgData name="Alex Gagnon" userId="c18baaaccbf5293e" providerId="LiveId" clId="{33495EBC-4859-4C0D-A460-ACC42CB90098}" dt="2021-10-21T22:06:19.631" v="1814" actId="1076"/>
          <ac:picMkLst>
            <pc:docMk/>
            <pc:sldMk cId="2739184913" sldId="258"/>
            <ac:picMk id="10" creationId="{70D273F5-3B2F-46E4-823E-5A6E52C16D38}"/>
          </ac:picMkLst>
        </pc:picChg>
      </pc:sldChg>
      <pc:sldChg chg="modSp new mod">
        <pc:chgData name="Alex Gagnon" userId="c18baaaccbf5293e" providerId="LiveId" clId="{33495EBC-4859-4C0D-A460-ACC42CB90098}" dt="2021-10-21T21:11:23.939" v="445" actId="115"/>
        <pc:sldMkLst>
          <pc:docMk/>
          <pc:sldMk cId="847609840" sldId="259"/>
        </pc:sldMkLst>
        <pc:spChg chg="mod">
          <ac:chgData name="Alex Gagnon" userId="c18baaaccbf5293e" providerId="LiveId" clId="{33495EBC-4859-4C0D-A460-ACC42CB90098}" dt="2021-10-21T19:43:18.286" v="65" actId="20577"/>
          <ac:spMkLst>
            <pc:docMk/>
            <pc:sldMk cId="847609840" sldId="259"/>
            <ac:spMk id="2" creationId="{F2BD7F8E-D3DE-4E92-87EA-97B4DE821B05}"/>
          </ac:spMkLst>
        </pc:spChg>
        <pc:spChg chg="mod">
          <ac:chgData name="Alex Gagnon" userId="c18baaaccbf5293e" providerId="LiveId" clId="{33495EBC-4859-4C0D-A460-ACC42CB90098}" dt="2021-10-21T21:11:23.939" v="445" actId="115"/>
          <ac:spMkLst>
            <pc:docMk/>
            <pc:sldMk cId="847609840" sldId="259"/>
            <ac:spMk id="3" creationId="{83322260-2A87-492D-B2BE-9A11DB2572EC}"/>
          </ac:spMkLst>
        </pc:spChg>
      </pc:sldChg>
      <pc:sldChg chg="modSp new mod">
        <pc:chgData name="Alex Gagnon" userId="c18baaaccbf5293e" providerId="LiveId" clId="{33495EBC-4859-4C0D-A460-ACC42CB90098}" dt="2021-10-21T21:28:58.634" v="1200" actId="20577"/>
        <pc:sldMkLst>
          <pc:docMk/>
          <pc:sldMk cId="993759743" sldId="260"/>
        </pc:sldMkLst>
        <pc:spChg chg="mod">
          <ac:chgData name="Alex Gagnon" userId="c18baaaccbf5293e" providerId="LiveId" clId="{33495EBC-4859-4C0D-A460-ACC42CB90098}" dt="2021-10-21T19:43:27.494" v="76" actId="20577"/>
          <ac:spMkLst>
            <pc:docMk/>
            <pc:sldMk cId="993759743" sldId="260"/>
            <ac:spMk id="2" creationId="{BC13E1BE-F254-410B-80F6-FCF1326BE316}"/>
          </ac:spMkLst>
        </pc:spChg>
        <pc:spChg chg="mod">
          <ac:chgData name="Alex Gagnon" userId="c18baaaccbf5293e" providerId="LiveId" clId="{33495EBC-4859-4C0D-A460-ACC42CB90098}" dt="2021-10-21T21:28:58.634" v="1200" actId="20577"/>
          <ac:spMkLst>
            <pc:docMk/>
            <pc:sldMk cId="993759743" sldId="260"/>
            <ac:spMk id="3" creationId="{45057A62-E6BA-4812-887E-A16E3FA61177}"/>
          </ac:spMkLst>
        </pc:spChg>
      </pc:sldChg>
      <pc:sldChg chg="modSp new mod">
        <pc:chgData name="Alex Gagnon" userId="c18baaaccbf5293e" providerId="LiveId" clId="{33495EBC-4859-4C0D-A460-ACC42CB90098}" dt="2021-10-21T22:18:13.320" v="2418" actId="20577"/>
        <pc:sldMkLst>
          <pc:docMk/>
          <pc:sldMk cId="3011159203" sldId="261"/>
        </pc:sldMkLst>
        <pc:spChg chg="mod">
          <ac:chgData name="Alex Gagnon" userId="c18baaaccbf5293e" providerId="LiveId" clId="{33495EBC-4859-4C0D-A460-ACC42CB90098}" dt="2021-10-21T19:43:38.372" v="87" actId="20577"/>
          <ac:spMkLst>
            <pc:docMk/>
            <pc:sldMk cId="3011159203" sldId="261"/>
            <ac:spMk id="2" creationId="{1509CA07-5AFC-44F3-8C5E-96EE4ABA669D}"/>
          </ac:spMkLst>
        </pc:spChg>
        <pc:spChg chg="mod">
          <ac:chgData name="Alex Gagnon" userId="c18baaaccbf5293e" providerId="LiveId" clId="{33495EBC-4859-4C0D-A460-ACC42CB90098}" dt="2021-10-21T22:18:13.320" v="2418" actId="20577"/>
          <ac:spMkLst>
            <pc:docMk/>
            <pc:sldMk cId="3011159203" sldId="261"/>
            <ac:spMk id="3" creationId="{11DD618B-5639-44BE-9FE8-3CBDD48A7301}"/>
          </ac:spMkLst>
        </pc:spChg>
      </pc:sldChg>
      <pc:sldChg chg="modSp new mod">
        <pc:chgData name="Alex Gagnon" userId="c18baaaccbf5293e" providerId="LiveId" clId="{33495EBC-4859-4C0D-A460-ACC42CB90098}" dt="2021-10-21T22:12:43.423" v="2070" actId="20577"/>
        <pc:sldMkLst>
          <pc:docMk/>
          <pc:sldMk cId="188335228" sldId="262"/>
        </pc:sldMkLst>
        <pc:spChg chg="mod">
          <ac:chgData name="Alex Gagnon" userId="c18baaaccbf5293e" providerId="LiveId" clId="{33495EBC-4859-4C0D-A460-ACC42CB90098}" dt="2021-10-21T19:43:46.916" v="98" actId="20577"/>
          <ac:spMkLst>
            <pc:docMk/>
            <pc:sldMk cId="188335228" sldId="262"/>
            <ac:spMk id="2" creationId="{1C95C78B-EF7F-42F4-83A6-4A3EEA346B7E}"/>
          </ac:spMkLst>
        </pc:spChg>
        <pc:spChg chg="mod">
          <ac:chgData name="Alex Gagnon" userId="c18baaaccbf5293e" providerId="LiveId" clId="{33495EBC-4859-4C0D-A460-ACC42CB90098}" dt="2021-10-21T22:12:43.423" v="2070" actId="20577"/>
          <ac:spMkLst>
            <pc:docMk/>
            <pc:sldMk cId="188335228" sldId="262"/>
            <ac:spMk id="3" creationId="{CCC96E9D-74C1-4494-810E-B13FB9998C6C}"/>
          </ac:spMkLst>
        </pc:spChg>
      </pc:sldChg>
      <pc:sldChg chg="modSp new mod">
        <pc:chgData name="Alex Gagnon" userId="c18baaaccbf5293e" providerId="LiveId" clId="{33495EBC-4859-4C0D-A460-ACC42CB90098}" dt="2021-10-21T22:17:02.316" v="2302" actId="20577"/>
        <pc:sldMkLst>
          <pc:docMk/>
          <pc:sldMk cId="96405403" sldId="263"/>
        </pc:sldMkLst>
        <pc:spChg chg="mod">
          <ac:chgData name="Alex Gagnon" userId="c18baaaccbf5293e" providerId="LiveId" clId="{33495EBC-4859-4C0D-A460-ACC42CB90098}" dt="2021-10-21T19:44:02.303" v="109" actId="20577"/>
          <ac:spMkLst>
            <pc:docMk/>
            <pc:sldMk cId="96405403" sldId="263"/>
            <ac:spMk id="2" creationId="{61CCAFC9-B22A-4A4B-B3A2-698DADC2A129}"/>
          </ac:spMkLst>
        </pc:spChg>
        <pc:spChg chg="mod">
          <ac:chgData name="Alex Gagnon" userId="c18baaaccbf5293e" providerId="LiveId" clId="{33495EBC-4859-4C0D-A460-ACC42CB90098}" dt="2021-10-21T22:17:02.316" v="2302" actId="20577"/>
          <ac:spMkLst>
            <pc:docMk/>
            <pc:sldMk cId="96405403" sldId="263"/>
            <ac:spMk id="3" creationId="{45BCE907-A1AC-454A-B6F3-0D474D10D209}"/>
          </ac:spMkLst>
        </pc:spChg>
      </pc:sldChg>
      <pc:sldChg chg="addSp delSp modSp new mod setBg">
        <pc:chgData name="Alex Gagnon" userId="c18baaaccbf5293e" providerId="LiveId" clId="{33495EBC-4859-4C0D-A460-ACC42CB90098}" dt="2021-10-21T23:13:24.053" v="2445" actId="14100"/>
        <pc:sldMkLst>
          <pc:docMk/>
          <pc:sldMk cId="456527071" sldId="264"/>
        </pc:sldMkLst>
        <pc:spChg chg="mod">
          <ac:chgData name="Alex Gagnon" userId="c18baaaccbf5293e" providerId="LiveId" clId="{33495EBC-4859-4C0D-A460-ACC42CB90098}" dt="2021-10-21T23:13:24.053" v="2445" actId="14100"/>
          <ac:spMkLst>
            <pc:docMk/>
            <pc:sldMk cId="456527071" sldId="264"/>
            <ac:spMk id="2" creationId="{8909917B-2AEA-4934-B5E2-15941870C3E0}"/>
          </ac:spMkLst>
        </pc:spChg>
        <pc:spChg chg="del">
          <ac:chgData name="Alex Gagnon" userId="c18baaaccbf5293e" providerId="LiveId" clId="{33495EBC-4859-4C0D-A460-ACC42CB90098}" dt="2021-10-21T23:12:20.014" v="2440" actId="478"/>
          <ac:spMkLst>
            <pc:docMk/>
            <pc:sldMk cId="456527071" sldId="264"/>
            <ac:spMk id="3" creationId="{A0758A8F-D944-43F2-8255-FEE294044D24}"/>
          </ac:spMkLst>
        </pc:spChg>
        <pc:picChg chg="add mod ord">
          <ac:chgData name="Alex Gagnon" userId="c18baaaccbf5293e" providerId="LiveId" clId="{33495EBC-4859-4C0D-A460-ACC42CB90098}" dt="2021-10-21T23:13:02.934" v="2443" actId="26606"/>
          <ac:picMkLst>
            <pc:docMk/>
            <pc:sldMk cId="456527071" sldId="264"/>
            <ac:picMk id="4" creationId="{F6B47B68-C558-4B13-8059-309E630F5335}"/>
          </ac:picMkLst>
        </pc:picChg>
      </pc:sldChg>
      <pc:sldChg chg="modSp new mod">
        <pc:chgData name="Alex Gagnon" userId="c18baaaccbf5293e" providerId="LiveId" clId="{33495EBC-4859-4C0D-A460-ACC42CB90098}" dt="2021-10-22T00:57:06.018" v="5110" actId="20577"/>
        <pc:sldMkLst>
          <pc:docMk/>
          <pc:sldMk cId="733010316" sldId="265"/>
        </pc:sldMkLst>
        <pc:spChg chg="mod">
          <ac:chgData name="Alex Gagnon" userId="c18baaaccbf5293e" providerId="LiveId" clId="{33495EBC-4859-4C0D-A460-ACC42CB90098}" dt="2021-10-22T00:57:06.018" v="5110" actId="20577"/>
          <ac:spMkLst>
            <pc:docMk/>
            <pc:sldMk cId="733010316" sldId="265"/>
            <ac:spMk id="2" creationId="{440AC82C-FD95-498A-84E8-2CA2959FAA9F}"/>
          </ac:spMkLst>
        </pc:spChg>
        <pc:spChg chg="mod">
          <ac:chgData name="Alex Gagnon" userId="c18baaaccbf5293e" providerId="LiveId" clId="{33495EBC-4859-4C0D-A460-ACC42CB90098}" dt="2021-10-22T00:52:18.242" v="4847" actId="20577"/>
          <ac:spMkLst>
            <pc:docMk/>
            <pc:sldMk cId="733010316" sldId="265"/>
            <ac:spMk id="3" creationId="{E7068196-178F-4762-8FB5-231EF16F58B8}"/>
          </ac:spMkLst>
        </pc:spChg>
      </pc:sldChg>
      <pc:sldChg chg="addSp delSp modSp new mod setBg">
        <pc:chgData name="Alex Gagnon" userId="c18baaaccbf5293e" providerId="LiveId" clId="{33495EBC-4859-4C0D-A460-ACC42CB90098}" dt="2021-10-22T00:13:25.010" v="3732" actId="255"/>
        <pc:sldMkLst>
          <pc:docMk/>
          <pc:sldMk cId="1015095590" sldId="266"/>
        </pc:sldMkLst>
        <pc:spChg chg="mod">
          <ac:chgData name="Alex Gagnon" userId="c18baaaccbf5293e" providerId="LiveId" clId="{33495EBC-4859-4C0D-A460-ACC42CB90098}" dt="2021-10-22T00:13:25.010" v="3732" actId="255"/>
          <ac:spMkLst>
            <pc:docMk/>
            <pc:sldMk cId="1015095590" sldId="266"/>
            <ac:spMk id="2" creationId="{10089E2D-C4FA-4212-BC0B-528FDD04C369}"/>
          </ac:spMkLst>
        </pc:spChg>
        <pc:spChg chg="del">
          <ac:chgData name="Alex Gagnon" userId="c18baaaccbf5293e" providerId="LiveId" clId="{33495EBC-4859-4C0D-A460-ACC42CB90098}" dt="2021-10-22T00:05:33.103" v="3691" actId="26606"/>
          <ac:spMkLst>
            <pc:docMk/>
            <pc:sldMk cId="1015095590" sldId="266"/>
            <ac:spMk id="3" creationId="{1F21EA53-172C-450E-86F9-EB64AD191D17}"/>
          </ac:spMkLst>
        </pc:spChg>
        <pc:picChg chg="add">
          <ac:chgData name="Alex Gagnon" userId="c18baaaccbf5293e" providerId="LiveId" clId="{33495EBC-4859-4C0D-A460-ACC42CB90098}" dt="2021-10-22T00:05:33.103" v="3691" actId="26606"/>
          <ac:picMkLst>
            <pc:docMk/>
            <pc:sldMk cId="1015095590" sldId="266"/>
            <ac:picMk id="5" creationId="{070FD7C6-5C4F-4682-B1DA-FBBFC123132E}"/>
          </ac:picMkLst>
        </pc:picChg>
      </pc:sldChg>
      <pc:sldChg chg="modSp new mod">
        <pc:chgData name="Alex Gagnon" userId="c18baaaccbf5293e" providerId="LiveId" clId="{33495EBC-4859-4C0D-A460-ACC42CB90098}" dt="2021-10-21T21:28:45.840" v="1189" actId="20577"/>
        <pc:sldMkLst>
          <pc:docMk/>
          <pc:sldMk cId="3187807252" sldId="267"/>
        </pc:sldMkLst>
        <pc:spChg chg="mod">
          <ac:chgData name="Alex Gagnon" userId="c18baaaccbf5293e" providerId="LiveId" clId="{33495EBC-4859-4C0D-A460-ACC42CB90098}" dt="2021-10-21T21:13:57.713" v="615" actId="20577"/>
          <ac:spMkLst>
            <pc:docMk/>
            <pc:sldMk cId="3187807252" sldId="267"/>
            <ac:spMk id="2" creationId="{953012D5-8970-4AED-A9A4-97A8E75C665B}"/>
          </ac:spMkLst>
        </pc:spChg>
        <pc:spChg chg="mod">
          <ac:chgData name="Alex Gagnon" userId="c18baaaccbf5293e" providerId="LiveId" clId="{33495EBC-4859-4C0D-A460-ACC42CB90098}" dt="2021-10-21T21:28:45.840" v="1189" actId="20577"/>
          <ac:spMkLst>
            <pc:docMk/>
            <pc:sldMk cId="3187807252" sldId="267"/>
            <ac:spMk id="3" creationId="{D664B628-BD91-464D-A365-F57284511BEB}"/>
          </ac:spMkLst>
        </pc:spChg>
      </pc:sldChg>
      <pc:sldChg chg="modSp new mod">
        <pc:chgData name="Alex Gagnon" userId="c18baaaccbf5293e" providerId="LiveId" clId="{33495EBC-4859-4C0D-A460-ACC42CB90098}" dt="2021-10-21T21:25:41.734" v="964" actId="5793"/>
        <pc:sldMkLst>
          <pc:docMk/>
          <pc:sldMk cId="906382757" sldId="268"/>
        </pc:sldMkLst>
        <pc:spChg chg="mod">
          <ac:chgData name="Alex Gagnon" userId="c18baaaccbf5293e" providerId="LiveId" clId="{33495EBC-4859-4C0D-A460-ACC42CB90098}" dt="2021-10-21T21:21:01.548" v="634" actId="20577"/>
          <ac:spMkLst>
            <pc:docMk/>
            <pc:sldMk cId="906382757" sldId="268"/>
            <ac:spMk id="2" creationId="{8C3C798E-D24C-4C51-B504-9AE2B6DC7C02}"/>
          </ac:spMkLst>
        </pc:spChg>
        <pc:spChg chg="mod">
          <ac:chgData name="Alex Gagnon" userId="c18baaaccbf5293e" providerId="LiveId" clId="{33495EBC-4859-4C0D-A460-ACC42CB90098}" dt="2021-10-21T21:25:41.734" v="964" actId="5793"/>
          <ac:spMkLst>
            <pc:docMk/>
            <pc:sldMk cId="906382757" sldId="268"/>
            <ac:spMk id="3" creationId="{0FCE464D-2124-4818-80E5-7D38A7DD4C28}"/>
          </ac:spMkLst>
        </pc:spChg>
      </pc:sldChg>
      <pc:sldChg chg="modSp new mod">
        <pc:chgData name="Alex Gagnon" userId="c18baaaccbf5293e" providerId="LiveId" clId="{33495EBC-4859-4C0D-A460-ACC42CB90098}" dt="2021-10-21T21:35:22.030" v="1262" actId="313"/>
        <pc:sldMkLst>
          <pc:docMk/>
          <pc:sldMk cId="1960308068" sldId="269"/>
        </pc:sldMkLst>
        <pc:spChg chg="mod">
          <ac:chgData name="Alex Gagnon" userId="c18baaaccbf5293e" providerId="LiveId" clId="{33495EBC-4859-4C0D-A460-ACC42CB90098}" dt="2021-10-21T21:25:54.977" v="976" actId="20577"/>
          <ac:spMkLst>
            <pc:docMk/>
            <pc:sldMk cId="1960308068" sldId="269"/>
            <ac:spMk id="2" creationId="{726B6AB1-BE68-4A37-B57B-4F5C2E618E38}"/>
          </ac:spMkLst>
        </pc:spChg>
        <pc:spChg chg="mod">
          <ac:chgData name="Alex Gagnon" userId="c18baaaccbf5293e" providerId="LiveId" clId="{33495EBC-4859-4C0D-A460-ACC42CB90098}" dt="2021-10-21T21:35:22.030" v="1262" actId="313"/>
          <ac:spMkLst>
            <pc:docMk/>
            <pc:sldMk cId="1960308068" sldId="269"/>
            <ac:spMk id="3" creationId="{E21350C9-C436-4FE2-9E40-0FE3555E9A58}"/>
          </ac:spMkLst>
        </pc:spChg>
      </pc:sldChg>
      <pc:sldChg chg="modSp new mod">
        <pc:chgData name="Alex Gagnon" userId="c18baaaccbf5293e" providerId="LiveId" clId="{33495EBC-4859-4C0D-A460-ACC42CB90098}" dt="2021-10-21T21:54:12.231" v="1568" actId="20577"/>
        <pc:sldMkLst>
          <pc:docMk/>
          <pc:sldMk cId="1521631055" sldId="270"/>
        </pc:sldMkLst>
        <pc:spChg chg="mod">
          <ac:chgData name="Alex Gagnon" userId="c18baaaccbf5293e" providerId="LiveId" clId="{33495EBC-4859-4C0D-A460-ACC42CB90098}" dt="2021-10-21T21:35:29.882" v="1273" actId="20577"/>
          <ac:spMkLst>
            <pc:docMk/>
            <pc:sldMk cId="1521631055" sldId="270"/>
            <ac:spMk id="2" creationId="{EE26A813-5822-445C-9467-EA2393EBAC15}"/>
          </ac:spMkLst>
        </pc:spChg>
        <pc:spChg chg="mod">
          <ac:chgData name="Alex Gagnon" userId="c18baaaccbf5293e" providerId="LiveId" clId="{33495EBC-4859-4C0D-A460-ACC42CB90098}" dt="2021-10-21T21:54:12.231" v="1568" actId="20577"/>
          <ac:spMkLst>
            <pc:docMk/>
            <pc:sldMk cId="1521631055" sldId="270"/>
            <ac:spMk id="3" creationId="{A09AA8CA-9C6F-4308-A006-1B4924A42BD8}"/>
          </ac:spMkLst>
        </pc:spChg>
      </pc:sldChg>
      <pc:sldChg chg="addSp delSp modSp new mod">
        <pc:chgData name="Alex Gagnon" userId="c18baaaccbf5293e" providerId="LiveId" clId="{33495EBC-4859-4C0D-A460-ACC42CB90098}" dt="2021-10-22T03:32:56.398" v="6513" actId="1076"/>
        <pc:sldMkLst>
          <pc:docMk/>
          <pc:sldMk cId="993434865" sldId="271"/>
        </pc:sldMkLst>
        <pc:spChg chg="mod">
          <ac:chgData name="Alex Gagnon" userId="c18baaaccbf5293e" providerId="LiveId" clId="{33495EBC-4859-4C0D-A460-ACC42CB90098}" dt="2021-10-22T03:23:23.914" v="6279" actId="14100"/>
          <ac:spMkLst>
            <pc:docMk/>
            <pc:sldMk cId="993434865" sldId="271"/>
            <ac:spMk id="2" creationId="{D6BB682E-E146-4A2A-A230-D190D275738B}"/>
          </ac:spMkLst>
        </pc:spChg>
        <pc:spChg chg="del">
          <ac:chgData name="Alex Gagnon" userId="c18baaaccbf5293e" providerId="LiveId" clId="{33495EBC-4859-4C0D-A460-ACC42CB90098}" dt="2021-10-22T03:21:12.123" v="6261" actId="478"/>
          <ac:spMkLst>
            <pc:docMk/>
            <pc:sldMk cId="993434865" sldId="271"/>
            <ac:spMk id="3" creationId="{968F59E6-F2B6-46D7-83BA-86A1077C3DD6}"/>
          </ac:spMkLst>
        </pc:spChg>
        <pc:picChg chg="add mod">
          <ac:chgData name="Alex Gagnon" userId="c18baaaccbf5293e" providerId="LiveId" clId="{33495EBC-4859-4C0D-A460-ACC42CB90098}" dt="2021-10-22T03:31:15.991" v="6496" actId="1076"/>
          <ac:picMkLst>
            <pc:docMk/>
            <pc:sldMk cId="993434865" sldId="271"/>
            <ac:picMk id="5" creationId="{6FDCA595-2099-4FA1-832F-D2AB7B1D32B0}"/>
          </ac:picMkLst>
        </pc:picChg>
        <pc:picChg chg="add mod">
          <ac:chgData name="Alex Gagnon" userId="c18baaaccbf5293e" providerId="LiveId" clId="{33495EBC-4859-4C0D-A460-ACC42CB90098}" dt="2021-10-22T03:31:18.413" v="6498" actId="1076"/>
          <ac:picMkLst>
            <pc:docMk/>
            <pc:sldMk cId="993434865" sldId="271"/>
            <ac:picMk id="7" creationId="{25399B48-9C83-47CE-BB91-E35F9BDFE000}"/>
          </ac:picMkLst>
        </pc:picChg>
        <pc:picChg chg="add del mod">
          <ac:chgData name="Alex Gagnon" userId="c18baaaccbf5293e" providerId="LiveId" clId="{33495EBC-4859-4C0D-A460-ACC42CB90098}" dt="2021-10-22T03:25:01.465" v="6281" actId="478"/>
          <ac:picMkLst>
            <pc:docMk/>
            <pc:sldMk cId="993434865" sldId="271"/>
            <ac:picMk id="9" creationId="{35463E86-82EA-43D0-8168-B3C62AA96521}"/>
          </ac:picMkLst>
        </pc:picChg>
        <pc:picChg chg="add mod">
          <ac:chgData name="Alex Gagnon" userId="c18baaaccbf5293e" providerId="LiveId" clId="{33495EBC-4859-4C0D-A460-ACC42CB90098}" dt="2021-10-22T03:32:49.553" v="6510" actId="1076"/>
          <ac:picMkLst>
            <pc:docMk/>
            <pc:sldMk cId="993434865" sldId="271"/>
            <ac:picMk id="11" creationId="{7182146E-D6A6-46B7-9437-F45D54825E03}"/>
          </ac:picMkLst>
        </pc:picChg>
        <pc:picChg chg="add mod">
          <ac:chgData name="Alex Gagnon" userId="c18baaaccbf5293e" providerId="LiveId" clId="{33495EBC-4859-4C0D-A460-ACC42CB90098}" dt="2021-10-22T03:32:48.444" v="6509" actId="1076"/>
          <ac:picMkLst>
            <pc:docMk/>
            <pc:sldMk cId="993434865" sldId="271"/>
            <ac:picMk id="13" creationId="{E4CE215F-DB96-49FE-AD22-2697BD51A9B2}"/>
          </ac:picMkLst>
        </pc:picChg>
        <pc:picChg chg="add mod">
          <ac:chgData name="Alex Gagnon" userId="c18baaaccbf5293e" providerId="LiveId" clId="{33495EBC-4859-4C0D-A460-ACC42CB90098}" dt="2021-10-22T03:32:56.398" v="6513" actId="1076"/>
          <ac:picMkLst>
            <pc:docMk/>
            <pc:sldMk cId="993434865" sldId="271"/>
            <ac:picMk id="15" creationId="{E51AC606-578D-4DDE-BCE1-03CC28D5A5E7}"/>
          </ac:picMkLst>
        </pc:picChg>
      </pc:sldChg>
      <pc:sldChg chg="addSp delSp modSp new mod setBg">
        <pc:chgData name="Alex Gagnon" userId="c18baaaccbf5293e" providerId="LiveId" clId="{33495EBC-4859-4C0D-A460-ACC42CB90098}" dt="2021-10-21T23:41:39.991" v="2728" actId="1076"/>
        <pc:sldMkLst>
          <pc:docMk/>
          <pc:sldMk cId="1471344708" sldId="272"/>
        </pc:sldMkLst>
        <pc:spChg chg="del mod">
          <ac:chgData name="Alex Gagnon" userId="c18baaaccbf5293e" providerId="LiveId" clId="{33495EBC-4859-4C0D-A460-ACC42CB90098}" dt="2021-10-21T23:39:50.193" v="2673" actId="478"/>
          <ac:spMkLst>
            <pc:docMk/>
            <pc:sldMk cId="1471344708" sldId="272"/>
            <ac:spMk id="2" creationId="{FBF4F017-CCD1-41BB-BFA8-ABC07ACC9F87}"/>
          </ac:spMkLst>
        </pc:spChg>
        <pc:spChg chg="del mod">
          <ac:chgData name="Alex Gagnon" userId="c18baaaccbf5293e" providerId="LiveId" clId="{33495EBC-4859-4C0D-A460-ACC42CB90098}" dt="2021-10-21T23:33:55.196" v="2657" actId="478"/>
          <ac:spMkLst>
            <pc:docMk/>
            <pc:sldMk cId="1471344708" sldId="272"/>
            <ac:spMk id="3" creationId="{FFC7C4AB-C12E-4CF4-A2FC-FDAFFC829100}"/>
          </ac:spMkLst>
        </pc:spChg>
        <pc:spChg chg="add del mod">
          <ac:chgData name="Alex Gagnon" userId="c18baaaccbf5293e" providerId="LiveId" clId="{33495EBC-4859-4C0D-A460-ACC42CB90098}" dt="2021-10-21T23:39:51.622" v="2674" actId="478"/>
          <ac:spMkLst>
            <pc:docMk/>
            <pc:sldMk cId="1471344708" sldId="272"/>
            <ac:spMk id="5" creationId="{46C34074-FBAD-4D46-AF2D-555E8A568A0E}"/>
          </ac:spMkLst>
        </pc:spChg>
        <pc:spChg chg="add mod">
          <ac:chgData name="Alex Gagnon" userId="c18baaaccbf5293e" providerId="LiveId" clId="{33495EBC-4859-4C0D-A460-ACC42CB90098}" dt="2021-10-21T23:40:53.072" v="2704" actId="14100"/>
          <ac:spMkLst>
            <pc:docMk/>
            <pc:sldMk cId="1471344708" sldId="272"/>
            <ac:spMk id="6" creationId="{58A16367-2AEB-42AB-A448-401ACF0FB9A7}"/>
          </ac:spMkLst>
        </pc:spChg>
        <pc:spChg chg="add mod">
          <ac:chgData name="Alex Gagnon" userId="c18baaaccbf5293e" providerId="LiveId" clId="{33495EBC-4859-4C0D-A460-ACC42CB90098}" dt="2021-10-21T23:41:39.991" v="2728" actId="1076"/>
          <ac:spMkLst>
            <pc:docMk/>
            <pc:sldMk cId="1471344708" sldId="272"/>
            <ac:spMk id="7" creationId="{A662C613-C29F-4338-9E64-507F533B7EBD}"/>
          </ac:spMkLst>
        </pc:spChg>
        <pc:picChg chg="add del">
          <ac:chgData name="Alex Gagnon" userId="c18baaaccbf5293e" providerId="LiveId" clId="{33495EBC-4859-4C0D-A460-ACC42CB90098}" dt="2021-10-21T23:38:57.679" v="2659" actId="478"/>
          <ac:picMkLst>
            <pc:docMk/>
            <pc:sldMk cId="1471344708" sldId="272"/>
            <ac:picMk id="1026" creationId="{928B2141-187F-4150-883B-F29450E9D04A}"/>
          </ac:picMkLst>
        </pc:picChg>
        <pc:picChg chg="add mod">
          <ac:chgData name="Alex Gagnon" userId="c18baaaccbf5293e" providerId="LiveId" clId="{33495EBC-4859-4C0D-A460-ACC42CB90098}" dt="2021-10-21T23:40:15.135" v="2680" actId="1076"/>
          <ac:picMkLst>
            <pc:docMk/>
            <pc:sldMk cId="1471344708" sldId="272"/>
            <ac:picMk id="1028" creationId="{F7710A6B-9C61-43F5-B179-B92F7E7BA608}"/>
          </ac:picMkLst>
        </pc:picChg>
      </pc:sldChg>
      <pc:sldChg chg="addSp modSp new mod setBg setClrOvrMap">
        <pc:chgData name="Alex Gagnon" userId="c18baaaccbf5293e" providerId="LiveId" clId="{33495EBC-4859-4C0D-A460-ACC42CB90098}" dt="2021-10-22T03:29:37.285" v="6480" actId="255"/>
        <pc:sldMkLst>
          <pc:docMk/>
          <pc:sldMk cId="164142423" sldId="273"/>
        </pc:sldMkLst>
        <pc:spChg chg="mod">
          <ac:chgData name="Alex Gagnon" userId="c18baaaccbf5293e" providerId="LiveId" clId="{33495EBC-4859-4C0D-A460-ACC42CB90098}" dt="2021-10-22T03:28:47.775" v="6470" actId="26606"/>
          <ac:spMkLst>
            <pc:docMk/>
            <pc:sldMk cId="164142423" sldId="273"/>
            <ac:spMk id="2" creationId="{D638F482-81A3-4691-8F3E-7B449D166290}"/>
          </ac:spMkLst>
        </pc:spChg>
        <pc:spChg chg="mod">
          <ac:chgData name="Alex Gagnon" userId="c18baaaccbf5293e" providerId="LiveId" clId="{33495EBC-4859-4C0D-A460-ACC42CB90098}" dt="2021-10-22T03:29:37.285" v="6480" actId="255"/>
          <ac:spMkLst>
            <pc:docMk/>
            <pc:sldMk cId="164142423" sldId="273"/>
            <ac:spMk id="3" creationId="{6DE8C9FA-0897-427E-86BF-E6CE24347C4A}"/>
          </ac:spMkLst>
        </pc:spChg>
        <pc:spChg chg="add">
          <ac:chgData name="Alex Gagnon" userId="c18baaaccbf5293e" providerId="LiveId" clId="{33495EBC-4859-4C0D-A460-ACC42CB90098}" dt="2021-10-22T03:28:47.775" v="6470" actId="26606"/>
          <ac:spMkLst>
            <pc:docMk/>
            <pc:sldMk cId="164142423" sldId="273"/>
            <ac:spMk id="8" creationId="{AB819C16-B0FB-4DE9-B286-52F764836344}"/>
          </ac:spMkLst>
        </pc:spChg>
        <pc:cxnChg chg="add">
          <ac:chgData name="Alex Gagnon" userId="c18baaaccbf5293e" providerId="LiveId" clId="{33495EBC-4859-4C0D-A460-ACC42CB90098}" dt="2021-10-22T03:28:47.775" v="6470" actId="26606"/>
          <ac:cxnSpMkLst>
            <pc:docMk/>
            <pc:sldMk cId="164142423" sldId="273"/>
            <ac:cxnSpMk id="10" creationId="{21FCCE20-1E4F-44FF-87B4-379D391A2D12}"/>
          </ac:cxnSpMkLst>
        </pc:cxnChg>
      </pc:sldChg>
      <pc:sldChg chg="addSp delSp modSp new mod setBg">
        <pc:chgData name="Alex Gagnon" userId="c18baaaccbf5293e" providerId="LiveId" clId="{33495EBC-4859-4C0D-A460-ACC42CB90098}" dt="2021-10-22T03:29:27.273" v="6479" actId="255"/>
        <pc:sldMkLst>
          <pc:docMk/>
          <pc:sldMk cId="3842052547" sldId="274"/>
        </pc:sldMkLst>
        <pc:spChg chg="mod">
          <ac:chgData name="Alex Gagnon" userId="c18baaaccbf5293e" providerId="LiveId" clId="{33495EBC-4859-4C0D-A460-ACC42CB90098}" dt="2021-10-22T03:29:12.445" v="6477" actId="26606"/>
          <ac:spMkLst>
            <pc:docMk/>
            <pc:sldMk cId="3842052547" sldId="274"/>
            <ac:spMk id="2" creationId="{AF07065E-EE60-44BB-950D-8D1AE1265F61}"/>
          </ac:spMkLst>
        </pc:spChg>
        <pc:spChg chg="mod">
          <ac:chgData name="Alex Gagnon" userId="c18baaaccbf5293e" providerId="LiveId" clId="{33495EBC-4859-4C0D-A460-ACC42CB90098}" dt="2021-10-22T03:29:27.273" v="6479" actId="255"/>
          <ac:spMkLst>
            <pc:docMk/>
            <pc:sldMk cId="3842052547" sldId="274"/>
            <ac:spMk id="3" creationId="{5126B13C-DBA8-4B24-A148-F4FBFECB7955}"/>
          </ac:spMkLst>
        </pc:spChg>
        <pc:spChg chg="add del">
          <ac:chgData name="Alex Gagnon" userId="c18baaaccbf5293e" providerId="LiveId" clId="{33495EBC-4859-4C0D-A460-ACC42CB90098}" dt="2021-10-22T03:29:12.445" v="6477" actId="26606"/>
          <ac:spMkLst>
            <pc:docMk/>
            <pc:sldMk cId="3842052547" sldId="274"/>
            <ac:spMk id="8" creationId="{BD4E11C7-7BD5-4045-AC27-3F529BEC73BA}"/>
          </ac:spMkLst>
        </pc:spChg>
        <pc:spChg chg="add">
          <ac:chgData name="Alex Gagnon" userId="c18baaaccbf5293e" providerId="LiveId" clId="{33495EBC-4859-4C0D-A460-ACC42CB90098}" dt="2021-10-22T03:29:12.445" v="6477" actId="26606"/>
          <ac:spMkLst>
            <pc:docMk/>
            <pc:sldMk cId="3842052547" sldId="274"/>
            <ac:spMk id="15" creationId="{2D3C07CD-14DE-4AA9-B11C-BDADF369A708}"/>
          </ac:spMkLst>
        </pc:spChg>
        <pc:spChg chg="add">
          <ac:chgData name="Alex Gagnon" userId="c18baaaccbf5293e" providerId="LiveId" clId="{33495EBC-4859-4C0D-A460-ACC42CB90098}" dt="2021-10-22T03:29:12.445" v="6477" actId="26606"/>
          <ac:spMkLst>
            <pc:docMk/>
            <pc:sldMk cId="3842052547" sldId="274"/>
            <ac:spMk id="19" creationId="{7314643A-FD07-4BD6-84B4-41398D43FBA4}"/>
          </ac:spMkLst>
        </pc:spChg>
        <pc:cxnChg chg="add del">
          <ac:chgData name="Alex Gagnon" userId="c18baaaccbf5293e" providerId="LiveId" clId="{33495EBC-4859-4C0D-A460-ACC42CB90098}" dt="2021-10-22T03:29:12.445" v="6477" actId="26606"/>
          <ac:cxnSpMkLst>
            <pc:docMk/>
            <pc:sldMk cId="3842052547" sldId="274"/>
            <ac:cxnSpMk id="10" creationId="{21FCCE20-1E4F-44FF-87B4-379D391A2D12}"/>
          </ac:cxnSpMkLst>
        </pc:cxnChg>
        <pc:cxnChg chg="add">
          <ac:chgData name="Alex Gagnon" userId="c18baaaccbf5293e" providerId="LiveId" clId="{33495EBC-4859-4C0D-A460-ACC42CB90098}" dt="2021-10-22T03:29:12.445" v="6477" actId="26606"/>
          <ac:cxnSpMkLst>
            <pc:docMk/>
            <pc:sldMk cId="3842052547" sldId="274"/>
            <ac:cxnSpMk id="17" creationId="{29B5BCCE-687A-4BBC-9E35-559C03CAD6CA}"/>
          </ac:cxnSpMkLst>
        </pc:cxnChg>
      </pc:sldChg>
      <pc:sldChg chg="modSp new mod">
        <pc:chgData name="Alex Gagnon" userId="c18baaaccbf5293e" providerId="LiveId" clId="{33495EBC-4859-4C0D-A460-ACC42CB90098}" dt="2021-10-21T23:59:00.160" v="3439" actId="20577"/>
        <pc:sldMkLst>
          <pc:docMk/>
          <pc:sldMk cId="54481202" sldId="275"/>
        </pc:sldMkLst>
        <pc:spChg chg="mod">
          <ac:chgData name="Alex Gagnon" userId="c18baaaccbf5293e" providerId="LiveId" clId="{33495EBC-4859-4C0D-A460-ACC42CB90098}" dt="2021-10-21T23:55:19.415" v="3231" actId="20577"/>
          <ac:spMkLst>
            <pc:docMk/>
            <pc:sldMk cId="54481202" sldId="275"/>
            <ac:spMk id="2" creationId="{99A87950-78F2-49F2-B46E-D2604357ECF0}"/>
          </ac:spMkLst>
        </pc:spChg>
        <pc:spChg chg="mod">
          <ac:chgData name="Alex Gagnon" userId="c18baaaccbf5293e" providerId="LiveId" clId="{33495EBC-4859-4C0D-A460-ACC42CB90098}" dt="2021-10-21T23:59:00.160" v="3439" actId="20577"/>
          <ac:spMkLst>
            <pc:docMk/>
            <pc:sldMk cId="54481202" sldId="275"/>
            <ac:spMk id="3" creationId="{3EFD67A7-DD88-4EC4-97D3-27179810A257}"/>
          </ac:spMkLst>
        </pc:spChg>
      </pc:sldChg>
      <pc:sldChg chg="modSp new mod">
        <pc:chgData name="Alex Gagnon" userId="c18baaaccbf5293e" providerId="LiveId" clId="{33495EBC-4859-4C0D-A460-ACC42CB90098}" dt="2021-10-22T00:04:11.336" v="3590" actId="115"/>
        <pc:sldMkLst>
          <pc:docMk/>
          <pc:sldMk cId="3708760029" sldId="276"/>
        </pc:sldMkLst>
        <pc:spChg chg="mod">
          <ac:chgData name="Alex Gagnon" userId="c18baaaccbf5293e" providerId="LiveId" clId="{33495EBC-4859-4C0D-A460-ACC42CB90098}" dt="2021-10-22T00:00:05.327" v="3464" actId="20577"/>
          <ac:spMkLst>
            <pc:docMk/>
            <pc:sldMk cId="3708760029" sldId="276"/>
            <ac:spMk id="2" creationId="{8E10068D-15AC-416C-BA3E-526CE7A416AB}"/>
          </ac:spMkLst>
        </pc:spChg>
        <pc:spChg chg="mod">
          <ac:chgData name="Alex Gagnon" userId="c18baaaccbf5293e" providerId="LiveId" clId="{33495EBC-4859-4C0D-A460-ACC42CB90098}" dt="2021-10-22T00:04:11.336" v="3590" actId="115"/>
          <ac:spMkLst>
            <pc:docMk/>
            <pc:sldMk cId="3708760029" sldId="276"/>
            <ac:spMk id="3" creationId="{702A6D9C-1AC8-475E-A37B-E728A661CD40}"/>
          </ac:spMkLst>
        </pc:spChg>
      </pc:sldChg>
      <pc:sldChg chg="addSp delSp modSp new mod setBg setClrOvrMap">
        <pc:chgData name="Alex Gagnon" userId="c18baaaccbf5293e" providerId="LiveId" clId="{33495EBC-4859-4C0D-A460-ACC42CB90098}" dt="2021-10-22T00:36:30.059" v="4189" actId="1076"/>
        <pc:sldMkLst>
          <pc:docMk/>
          <pc:sldMk cId="410472529" sldId="277"/>
        </pc:sldMkLst>
        <pc:spChg chg="mod">
          <ac:chgData name="Alex Gagnon" userId="c18baaaccbf5293e" providerId="LiveId" clId="{33495EBC-4859-4C0D-A460-ACC42CB90098}" dt="2021-10-22T00:06:53.804" v="3710" actId="255"/>
          <ac:spMkLst>
            <pc:docMk/>
            <pc:sldMk cId="410472529" sldId="277"/>
            <ac:spMk id="2" creationId="{C07EDB94-C72B-42B4-B378-78A97CBA6434}"/>
          </ac:spMkLst>
        </pc:spChg>
        <pc:spChg chg="del">
          <ac:chgData name="Alex Gagnon" userId="c18baaaccbf5293e" providerId="LiveId" clId="{33495EBC-4859-4C0D-A460-ACC42CB90098}" dt="2021-10-22T00:06:42.030" v="3708" actId="478"/>
          <ac:spMkLst>
            <pc:docMk/>
            <pc:sldMk cId="410472529" sldId="277"/>
            <ac:spMk id="3" creationId="{D309F9DA-A04E-4CA4-B6B0-B17B4BAA088F}"/>
          </ac:spMkLst>
        </pc:spChg>
        <pc:spChg chg="add">
          <ac:chgData name="Alex Gagnon" userId="c18baaaccbf5293e" providerId="LiveId" clId="{33495EBC-4859-4C0D-A460-ACC42CB90098}" dt="2021-10-22T00:06:48.717" v="3709" actId="26606"/>
          <ac:spMkLst>
            <pc:docMk/>
            <pc:sldMk cId="410472529" sldId="277"/>
            <ac:spMk id="7" creationId="{E47A690B-DE55-4274-B33B-C91FD647EB63}"/>
          </ac:spMkLst>
        </pc:spChg>
        <pc:spChg chg="add">
          <ac:chgData name="Alex Gagnon" userId="c18baaaccbf5293e" providerId="LiveId" clId="{33495EBC-4859-4C0D-A460-ACC42CB90098}" dt="2021-10-22T00:06:48.717" v="3709" actId="26606"/>
          <ac:spMkLst>
            <pc:docMk/>
            <pc:sldMk cId="410472529" sldId="277"/>
            <ac:spMk id="9" creationId="{DC9CD390-6DB5-4AEA-8D13-BC6CEF344F9D}"/>
          </ac:spMkLst>
        </pc:spChg>
        <pc:spChg chg="add">
          <ac:chgData name="Alex Gagnon" userId="c18baaaccbf5293e" providerId="LiveId" clId="{33495EBC-4859-4C0D-A460-ACC42CB90098}" dt="2021-10-22T00:06:48.717" v="3709" actId="26606"/>
          <ac:spMkLst>
            <pc:docMk/>
            <pc:sldMk cId="410472529" sldId="277"/>
            <ac:spMk id="11" creationId="{11FA69C6-0A69-4994-9F32-C4497B8B4CBF}"/>
          </ac:spMkLst>
        </pc:spChg>
        <pc:picChg chg="add mod">
          <ac:chgData name="Alex Gagnon" userId="c18baaaccbf5293e" providerId="LiveId" clId="{33495EBC-4859-4C0D-A460-ACC42CB90098}" dt="2021-10-22T00:35:24.648" v="4186" actId="1076"/>
          <ac:picMkLst>
            <pc:docMk/>
            <pc:sldMk cId="410472529" sldId="277"/>
            <ac:picMk id="2050" creationId="{C358D66A-05DF-4ECC-847E-46D9DCD7EF2E}"/>
          </ac:picMkLst>
        </pc:picChg>
        <pc:picChg chg="add mod">
          <ac:chgData name="Alex Gagnon" userId="c18baaaccbf5293e" providerId="LiveId" clId="{33495EBC-4859-4C0D-A460-ACC42CB90098}" dt="2021-10-22T00:36:30.059" v="4189" actId="1076"/>
          <ac:picMkLst>
            <pc:docMk/>
            <pc:sldMk cId="410472529" sldId="277"/>
            <ac:picMk id="2052" creationId="{76A51F4F-438B-4CD7-80B7-27B751412C00}"/>
          </ac:picMkLst>
        </pc:picChg>
      </pc:sldChg>
      <pc:sldChg chg="modSp new del mod ord">
        <pc:chgData name="Alex Gagnon" userId="c18baaaccbf5293e" providerId="LiveId" clId="{33495EBC-4859-4C0D-A460-ACC42CB90098}" dt="2021-10-22T00:45:37.742" v="4506" actId="47"/>
        <pc:sldMkLst>
          <pc:docMk/>
          <pc:sldMk cId="4219045873" sldId="278"/>
        </pc:sldMkLst>
        <pc:spChg chg="mod">
          <ac:chgData name="Alex Gagnon" userId="c18baaaccbf5293e" providerId="LiveId" clId="{33495EBC-4859-4C0D-A460-ACC42CB90098}" dt="2021-10-22T00:07:24.803" v="3731" actId="20577"/>
          <ac:spMkLst>
            <pc:docMk/>
            <pc:sldMk cId="4219045873" sldId="278"/>
            <ac:spMk id="2" creationId="{279B5A92-2DC5-4E3F-A585-150285DB797E}"/>
          </ac:spMkLst>
        </pc:spChg>
      </pc:sldChg>
      <pc:sldChg chg="modSp new mod">
        <pc:chgData name="Alex Gagnon" userId="c18baaaccbf5293e" providerId="LiveId" clId="{33495EBC-4859-4C0D-A460-ACC42CB90098}" dt="2021-10-22T00:34:02.116" v="4182" actId="20577"/>
        <pc:sldMkLst>
          <pc:docMk/>
          <pc:sldMk cId="2631923522" sldId="279"/>
        </pc:sldMkLst>
        <pc:spChg chg="mod">
          <ac:chgData name="Alex Gagnon" userId="c18baaaccbf5293e" providerId="LiveId" clId="{33495EBC-4859-4C0D-A460-ACC42CB90098}" dt="2021-10-22T00:14:42.709" v="3784" actId="27636"/>
          <ac:spMkLst>
            <pc:docMk/>
            <pc:sldMk cId="2631923522" sldId="279"/>
            <ac:spMk id="2" creationId="{265750A0-E23E-4B9D-B1D7-E3D2AD28CC41}"/>
          </ac:spMkLst>
        </pc:spChg>
        <pc:spChg chg="mod">
          <ac:chgData name="Alex Gagnon" userId="c18baaaccbf5293e" providerId="LiveId" clId="{33495EBC-4859-4C0D-A460-ACC42CB90098}" dt="2021-10-22T00:34:02.116" v="4182" actId="20577"/>
          <ac:spMkLst>
            <pc:docMk/>
            <pc:sldMk cId="2631923522" sldId="279"/>
            <ac:spMk id="3" creationId="{7256B6CF-4EB4-4CC6-88BC-3EBC4E31BF5C}"/>
          </ac:spMkLst>
        </pc:spChg>
      </pc:sldChg>
      <pc:sldChg chg="modSp new mod">
        <pc:chgData name="Alex Gagnon" userId="c18baaaccbf5293e" providerId="LiveId" clId="{33495EBC-4859-4C0D-A460-ACC42CB90098}" dt="2021-10-22T01:00:44.653" v="5536" actId="20577"/>
        <pc:sldMkLst>
          <pc:docMk/>
          <pc:sldMk cId="4009343535" sldId="280"/>
        </pc:sldMkLst>
        <pc:spChg chg="mod">
          <ac:chgData name="Alex Gagnon" userId="c18baaaccbf5293e" providerId="LiveId" clId="{33495EBC-4859-4C0D-A460-ACC42CB90098}" dt="2021-10-22T00:27:59.156" v="3992" actId="20577"/>
          <ac:spMkLst>
            <pc:docMk/>
            <pc:sldMk cId="4009343535" sldId="280"/>
            <ac:spMk id="2" creationId="{A3936A05-BFEB-4A35-B908-ED11C15CB3C1}"/>
          </ac:spMkLst>
        </pc:spChg>
        <pc:spChg chg="mod">
          <ac:chgData name="Alex Gagnon" userId="c18baaaccbf5293e" providerId="LiveId" clId="{33495EBC-4859-4C0D-A460-ACC42CB90098}" dt="2021-10-22T01:00:44.653" v="5536" actId="20577"/>
          <ac:spMkLst>
            <pc:docMk/>
            <pc:sldMk cId="4009343535" sldId="280"/>
            <ac:spMk id="3" creationId="{D13F7679-2CD9-4B61-84AA-A31DFA8EAC6B}"/>
          </ac:spMkLst>
        </pc:spChg>
      </pc:sldChg>
      <pc:sldChg chg="modSp new mod">
        <pc:chgData name="Alex Gagnon" userId="c18baaaccbf5293e" providerId="LiveId" clId="{33495EBC-4859-4C0D-A460-ACC42CB90098}" dt="2021-10-22T01:36:25.507" v="5814" actId="113"/>
        <pc:sldMkLst>
          <pc:docMk/>
          <pc:sldMk cId="1986982871" sldId="281"/>
        </pc:sldMkLst>
        <pc:spChg chg="mod">
          <ac:chgData name="Alex Gagnon" userId="c18baaaccbf5293e" providerId="LiveId" clId="{33495EBC-4859-4C0D-A460-ACC42CB90098}" dt="2021-10-22T00:28:21.210" v="4029" actId="20577"/>
          <ac:spMkLst>
            <pc:docMk/>
            <pc:sldMk cId="1986982871" sldId="281"/>
            <ac:spMk id="2" creationId="{08F5EEAC-5711-4FB0-B0D4-2B852040BF63}"/>
          </ac:spMkLst>
        </pc:spChg>
        <pc:spChg chg="mod">
          <ac:chgData name="Alex Gagnon" userId="c18baaaccbf5293e" providerId="LiveId" clId="{33495EBC-4859-4C0D-A460-ACC42CB90098}" dt="2021-10-22T01:36:25.507" v="5814" actId="113"/>
          <ac:spMkLst>
            <pc:docMk/>
            <pc:sldMk cId="1986982871" sldId="281"/>
            <ac:spMk id="3" creationId="{7F1850E0-A106-4800-9166-657532703D74}"/>
          </ac:spMkLst>
        </pc:spChg>
      </pc:sldChg>
      <pc:sldChg chg="addSp delSp modSp new mod">
        <pc:chgData name="Alex Gagnon" userId="c18baaaccbf5293e" providerId="LiveId" clId="{33495EBC-4859-4C0D-A460-ACC42CB90098}" dt="2021-10-22T00:44:28.969" v="4505" actId="1076"/>
        <pc:sldMkLst>
          <pc:docMk/>
          <pc:sldMk cId="989353080" sldId="282"/>
        </pc:sldMkLst>
        <pc:spChg chg="del">
          <ac:chgData name="Alex Gagnon" userId="c18baaaccbf5293e" providerId="LiveId" clId="{33495EBC-4859-4C0D-A460-ACC42CB90098}" dt="2021-10-22T00:37:07.288" v="4191" actId="478"/>
          <ac:spMkLst>
            <pc:docMk/>
            <pc:sldMk cId="989353080" sldId="282"/>
            <ac:spMk id="2" creationId="{3F5863CB-2470-42BA-815B-580A96BEA549}"/>
          </ac:spMkLst>
        </pc:spChg>
        <pc:spChg chg="del">
          <ac:chgData name="Alex Gagnon" userId="c18baaaccbf5293e" providerId="LiveId" clId="{33495EBC-4859-4C0D-A460-ACC42CB90098}" dt="2021-10-22T00:37:09.647" v="4192" actId="478"/>
          <ac:spMkLst>
            <pc:docMk/>
            <pc:sldMk cId="989353080" sldId="282"/>
            <ac:spMk id="3" creationId="{03B7F9F4-F557-4B9E-8C42-4784B04AC312}"/>
          </ac:spMkLst>
        </pc:spChg>
        <pc:spChg chg="add mod">
          <ac:chgData name="Alex Gagnon" userId="c18baaaccbf5293e" providerId="LiveId" clId="{33495EBC-4859-4C0D-A460-ACC42CB90098}" dt="2021-10-22T00:41:22.366" v="4226" actId="14100"/>
          <ac:spMkLst>
            <pc:docMk/>
            <pc:sldMk cId="989353080" sldId="282"/>
            <ac:spMk id="9" creationId="{69E11A2F-51F2-4D34-94FA-6452402CB92D}"/>
          </ac:spMkLst>
        </pc:spChg>
        <pc:spChg chg="add mod">
          <ac:chgData name="Alex Gagnon" userId="c18baaaccbf5293e" providerId="LiveId" clId="{33495EBC-4859-4C0D-A460-ACC42CB90098}" dt="2021-10-22T00:42:05.476" v="4249" actId="1076"/>
          <ac:spMkLst>
            <pc:docMk/>
            <pc:sldMk cId="989353080" sldId="282"/>
            <ac:spMk id="12" creationId="{23376CAC-BB96-4849-89B0-5443BFB2CFBF}"/>
          </ac:spMkLst>
        </pc:spChg>
        <pc:spChg chg="add mod">
          <ac:chgData name="Alex Gagnon" userId="c18baaaccbf5293e" providerId="LiveId" clId="{33495EBC-4859-4C0D-A460-ACC42CB90098}" dt="2021-10-22T00:43:35.730" v="4397" actId="14100"/>
          <ac:spMkLst>
            <pc:docMk/>
            <pc:sldMk cId="989353080" sldId="282"/>
            <ac:spMk id="15" creationId="{B81DCE77-C035-4281-B34C-4BE667D7CA21}"/>
          </ac:spMkLst>
        </pc:spChg>
        <pc:spChg chg="add mod">
          <ac:chgData name="Alex Gagnon" userId="c18baaaccbf5293e" providerId="LiveId" clId="{33495EBC-4859-4C0D-A460-ACC42CB90098}" dt="2021-10-22T00:44:28.969" v="4505" actId="1076"/>
          <ac:spMkLst>
            <pc:docMk/>
            <pc:sldMk cId="989353080" sldId="282"/>
            <ac:spMk id="16" creationId="{8DB61444-38CE-46D7-9FB1-C6A7072007D0}"/>
          </ac:spMkLst>
        </pc:spChg>
        <pc:picChg chg="add mod">
          <ac:chgData name="Alex Gagnon" userId="c18baaaccbf5293e" providerId="LiveId" clId="{33495EBC-4859-4C0D-A460-ACC42CB90098}" dt="2021-10-22T00:38:53.993" v="4194" actId="1076"/>
          <ac:picMkLst>
            <pc:docMk/>
            <pc:sldMk cId="989353080" sldId="282"/>
            <ac:picMk id="3074" creationId="{78AF1EB8-5857-42E1-BD57-9030C0D0FAE9}"/>
          </ac:picMkLst>
        </pc:picChg>
        <pc:cxnChg chg="add mod">
          <ac:chgData name="Alex Gagnon" userId="c18baaaccbf5293e" providerId="LiveId" clId="{33495EBC-4859-4C0D-A460-ACC42CB90098}" dt="2021-10-22T00:42:11.623" v="4250" actId="14100"/>
          <ac:cxnSpMkLst>
            <pc:docMk/>
            <pc:sldMk cId="989353080" sldId="282"/>
            <ac:cxnSpMk id="5" creationId="{28702E2B-CE2D-4D1A-B5BC-E0D023888772}"/>
          </ac:cxnSpMkLst>
        </pc:cxnChg>
        <pc:cxnChg chg="add mod">
          <ac:chgData name="Alex Gagnon" userId="c18baaaccbf5293e" providerId="LiveId" clId="{33495EBC-4859-4C0D-A460-ACC42CB90098}" dt="2021-10-22T00:42:16.184" v="4251" actId="14100"/>
          <ac:cxnSpMkLst>
            <pc:docMk/>
            <pc:sldMk cId="989353080" sldId="282"/>
            <ac:cxnSpMk id="7" creationId="{0F02D1CA-70D7-4E16-86B6-6EF7650B3EF0}"/>
          </ac:cxnSpMkLst>
        </pc:cxnChg>
      </pc:sldChg>
      <pc:sldChg chg="addSp modSp new mod ord">
        <pc:chgData name="Alex Gagnon" userId="c18baaaccbf5293e" providerId="LiveId" clId="{33495EBC-4859-4C0D-A460-ACC42CB90098}" dt="2021-10-22T01:35:11.541" v="5753"/>
        <pc:sldMkLst>
          <pc:docMk/>
          <pc:sldMk cId="2590497697" sldId="283"/>
        </pc:sldMkLst>
        <pc:spChg chg="mod">
          <ac:chgData name="Alex Gagnon" userId="c18baaaccbf5293e" providerId="LiveId" clId="{33495EBC-4859-4C0D-A460-ACC42CB90098}" dt="2021-10-22T00:45:48.303" v="4514" actId="20577"/>
          <ac:spMkLst>
            <pc:docMk/>
            <pc:sldMk cId="2590497697" sldId="283"/>
            <ac:spMk id="2" creationId="{6737D3DD-C84C-4C3E-AF42-D9F45F7E9089}"/>
          </ac:spMkLst>
        </pc:spChg>
        <pc:spChg chg="mod">
          <ac:chgData name="Alex Gagnon" userId="c18baaaccbf5293e" providerId="LiveId" clId="{33495EBC-4859-4C0D-A460-ACC42CB90098}" dt="2021-10-22T00:47:37.258" v="4608" actId="14100"/>
          <ac:spMkLst>
            <pc:docMk/>
            <pc:sldMk cId="2590497697" sldId="283"/>
            <ac:spMk id="3" creationId="{55B72BD1-B01D-463F-B026-0E4E014FF87A}"/>
          </ac:spMkLst>
        </pc:spChg>
        <pc:picChg chg="add mod">
          <ac:chgData name="Alex Gagnon" userId="c18baaaccbf5293e" providerId="LiveId" clId="{33495EBC-4859-4C0D-A460-ACC42CB90098}" dt="2021-10-22T00:47:15.465" v="4601" actId="1076"/>
          <ac:picMkLst>
            <pc:docMk/>
            <pc:sldMk cId="2590497697" sldId="283"/>
            <ac:picMk id="4098" creationId="{D17F327F-AD9E-450F-A191-DBB03D7B0865}"/>
          </ac:picMkLst>
        </pc:picChg>
      </pc:sldChg>
      <pc:sldChg chg="modSp new mod">
        <pc:chgData name="Alex Gagnon" userId="c18baaaccbf5293e" providerId="LiveId" clId="{33495EBC-4859-4C0D-A460-ACC42CB90098}" dt="2021-10-22T03:26:05.007" v="6381" actId="20577"/>
        <pc:sldMkLst>
          <pc:docMk/>
          <pc:sldMk cId="4270246346" sldId="284"/>
        </pc:sldMkLst>
        <pc:spChg chg="mod">
          <ac:chgData name="Alex Gagnon" userId="c18baaaccbf5293e" providerId="LiveId" clId="{33495EBC-4859-4C0D-A460-ACC42CB90098}" dt="2021-10-22T00:57:11.845" v="5116" actId="20577"/>
          <ac:spMkLst>
            <pc:docMk/>
            <pc:sldMk cId="4270246346" sldId="284"/>
            <ac:spMk id="2" creationId="{7B0D933C-75C8-4CA3-85AF-01D16E7F8743}"/>
          </ac:spMkLst>
        </pc:spChg>
        <pc:spChg chg="mod">
          <ac:chgData name="Alex Gagnon" userId="c18baaaccbf5293e" providerId="LiveId" clId="{33495EBC-4859-4C0D-A460-ACC42CB90098}" dt="2021-10-22T03:26:05.007" v="6381" actId="20577"/>
          <ac:spMkLst>
            <pc:docMk/>
            <pc:sldMk cId="4270246346" sldId="284"/>
            <ac:spMk id="3" creationId="{65D64911-0993-44C7-A519-9D129ED9553D}"/>
          </ac:spMkLst>
        </pc:spChg>
      </pc:sldChg>
    </pc:docChg>
  </pc:docChgLst>
  <pc:docChgLst>
    <pc:chgData name="Alex Gagnon" userId="c18baaaccbf5293e" providerId="LiveId" clId="{B09C60E4-49CE-4569-9EC0-8593D49639B3}"/>
    <pc:docChg chg="custSel addSld delSld modSld">
      <pc:chgData name="Alex Gagnon" userId="c18baaaccbf5293e" providerId="LiveId" clId="{B09C60E4-49CE-4569-9EC0-8593D49639B3}" dt="2022-02-21T01:24:25.699" v="668" actId="20577"/>
      <pc:docMkLst>
        <pc:docMk/>
      </pc:docMkLst>
      <pc:sldChg chg="del">
        <pc:chgData name="Alex Gagnon" userId="c18baaaccbf5293e" providerId="LiveId" clId="{B09C60E4-49CE-4569-9EC0-8593D49639B3}" dt="2022-02-20T19:24:32.422" v="6" actId="47"/>
        <pc:sldMkLst>
          <pc:docMk/>
          <pc:sldMk cId="3271779065" sldId="257"/>
        </pc:sldMkLst>
      </pc:sldChg>
      <pc:sldChg chg="modSp mod">
        <pc:chgData name="Alex Gagnon" userId="c18baaaccbf5293e" providerId="LiveId" clId="{B09C60E4-49CE-4569-9EC0-8593D49639B3}" dt="2022-02-21T01:24:25.699" v="668" actId="20577"/>
        <pc:sldMkLst>
          <pc:docMk/>
          <pc:sldMk cId="3011159203" sldId="261"/>
        </pc:sldMkLst>
        <pc:spChg chg="mod">
          <ac:chgData name="Alex Gagnon" userId="c18baaaccbf5293e" providerId="LiveId" clId="{B09C60E4-49CE-4569-9EC0-8593D49639B3}" dt="2022-02-21T01:24:25.699" v="668" actId="20577"/>
          <ac:spMkLst>
            <pc:docMk/>
            <pc:sldMk cId="3011159203" sldId="261"/>
            <ac:spMk id="3" creationId="{11DD618B-5639-44BE-9FE8-3CBDD48A7301}"/>
          </ac:spMkLst>
        </pc:spChg>
      </pc:sldChg>
      <pc:sldChg chg="del">
        <pc:chgData name="Alex Gagnon" userId="c18baaaccbf5293e" providerId="LiveId" clId="{B09C60E4-49CE-4569-9EC0-8593D49639B3}" dt="2022-02-20T19:24:25.649" v="5" actId="47"/>
        <pc:sldMkLst>
          <pc:docMk/>
          <pc:sldMk cId="456527071" sldId="264"/>
        </pc:sldMkLst>
      </pc:sldChg>
      <pc:sldChg chg="del">
        <pc:chgData name="Alex Gagnon" userId="c18baaaccbf5293e" providerId="LiveId" clId="{B09C60E4-49CE-4569-9EC0-8593D49639B3}" dt="2022-02-20T21:06:01.848" v="395" actId="47"/>
        <pc:sldMkLst>
          <pc:docMk/>
          <pc:sldMk cId="733010316" sldId="265"/>
        </pc:sldMkLst>
      </pc:sldChg>
      <pc:sldChg chg="del">
        <pc:chgData name="Alex Gagnon" userId="c18baaaccbf5293e" providerId="LiveId" clId="{B09C60E4-49CE-4569-9EC0-8593D49639B3}" dt="2022-02-20T21:06:00.390" v="393" actId="47"/>
        <pc:sldMkLst>
          <pc:docMk/>
          <pc:sldMk cId="1015095590" sldId="266"/>
        </pc:sldMkLst>
      </pc:sldChg>
      <pc:sldChg chg="modSp mod">
        <pc:chgData name="Alex Gagnon" userId="c18baaaccbf5293e" providerId="LiveId" clId="{B09C60E4-49CE-4569-9EC0-8593D49639B3}" dt="2022-02-20T20:53:55.834" v="300" actId="5793"/>
        <pc:sldMkLst>
          <pc:docMk/>
          <pc:sldMk cId="906382757" sldId="268"/>
        </pc:sldMkLst>
        <pc:spChg chg="mod">
          <ac:chgData name="Alex Gagnon" userId="c18baaaccbf5293e" providerId="LiveId" clId="{B09C60E4-49CE-4569-9EC0-8593D49639B3}" dt="2022-02-20T20:53:55.834" v="300" actId="5793"/>
          <ac:spMkLst>
            <pc:docMk/>
            <pc:sldMk cId="906382757" sldId="268"/>
            <ac:spMk id="3" creationId="{0FCE464D-2124-4818-80E5-7D38A7DD4C28}"/>
          </ac:spMkLst>
        </pc:spChg>
      </pc:sldChg>
      <pc:sldChg chg="modSp mod">
        <pc:chgData name="Alex Gagnon" userId="c18baaaccbf5293e" providerId="LiveId" clId="{B09C60E4-49CE-4569-9EC0-8593D49639B3}" dt="2022-02-20T20:53:51.179" v="299" actId="20577"/>
        <pc:sldMkLst>
          <pc:docMk/>
          <pc:sldMk cId="1960308068" sldId="269"/>
        </pc:sldMkLst>
        <pc:spChg chg="mod">
          <ac:chgData name="Alex Gagnon" userId="c18baaaccbf5293e" providerId="LiveId" clId="{B09C60E4-49CE-4569-9EC0-8593D49639B3}" dt="2022-02-20T20:53:51.179" v="299" actId="20577"/>
          <ac:spMkLst>
            <pc:docMk/>
            <pc:sldMk cId="1960308068" sldId="269"/>
            <ac:spMk id="3" creationId="{E21350C9-C436-4FE2-9E40-0FE3555E9A58}"/>
          </ac:spMkLst>
        </pc:spChg>
      </pc:sldChg>
      <pc:sldChg chg="modSp mod">
        <pc:chgData name="Alex Gagnon" userId="c18baaaccbf5293e" providerId="LiveId" clId="{B09C60E4-49CE-4569-9EC0-8593D49639B3}" dt="2022-02-20T20:30:09.281" v="89" actId="20577"/>
        <pc:sldMkLst>
          <pc:docMk/>
          <pc:sldMk cId="1521631055" sldId="270"/>
        </pc:sldMkLst>
        <pc:spChg chg="mod">
          <ac:chgData name="Alex Gagnon" userId="c18baaaccbf5293e" providerId="LiveId" clId="{B09C60E4-49CE-4569-9EC0-8593D49639B3}" dt="2022-02-20T20:30:09.281" v="89" actId="20577"/>
          <ac:spMkLst>
            <pc:docMk/>
            <pc:sldMk cId="1521631055" sldId="270"/>
            <ac:spMk id="3" creationId="{A09AA8CA-9C6F-4308-A006-1B4924A42BD8}"/>
          </ac:spMkLst>
        </pc:spChg>
      </pc:sldChg>
      <pc:sldChg chg="del">
        <pc:chgData name="Alex Gagnon" userId="c18baaaccbf5293e" providerId="LiveId" clId="{B09C60E4-49CE-4569-9EC0-8593D49639B3}" dt="2022-02-20T19:24:20.848" v="1" actId="47"/>
        <pc:sldMkLst>
          <pc:docMk/>
          <pc:sldMk cId="993434865" sldId="271"/>
        </pc:sldMkLst>
      </pc:sldChg>
      <pc:sldChg chg="del">
        <pc:chgData name="Alex Gagnon" userId="c18baaaccbf5293e" providerId="LiveId" clId="{B09C60E4-49CE-4569-9EC0-8593D49639B3}" dt="2022-02-20T19:24:19.297" v="0" actId="47"/>
        <pc:sldMkLst>
          <pc:docMk/>
          <pc:sldMk cId="1471344708" sldId="272"/>
        </pc:sldMkLst>
      </pc:sldChg>
      <pc:sldChg chg="del">
        <pc:chgData name="Alex Gagnon" userId="c18baaaccbf5293e" providerId="LiveId" clId="{B09C60E4-49CE-4569-9EC0-8593D49639B3}" dt="2022-02-20T19:24:24.867" v="4" actId="47"/>
        <pc:sldMkLst>
          <pc:docMk/>
          <pc:sldMk cId="164142423" sldId="273"/>
        </pc:sldMkLst>
      </pc:sldChg>
      <pc:sldChg chg="del">
        <pc:chgData name="Alex Gagnon" userId="c18baaaccbf5293e" providerId="LiveId" clId="{B09C60E4-49CE-4569-9EC0-8593D49639B3}" dt="2022-02-20T19:24:22.723" v="3" actId="47"/>
        <pc:sldMkLst>
          <pc:docMk/>
          <pc:sldMk cId="3842052547" sldId="274"/>
        </pc:sldMkLst>
      </pc:sldChg>
      <pc:sldChg chg="del">
        <pc:chgData name="Alex Gagnon" userId="c18baaaccbf5293e" providerId="LiveId" clId="{B09C60E4-49CE-4569-9EC0-8593D49639B3}" dt="2022-02-20T19:24:21.911" v="2" actId="47"/>
        <pc:sldMkLst>
          <pc:docMk/>
          <pc:sldMk cId="54481202" sldId="275"/>
        </pc:sldMkLst>
      </pc:sldChg>
      <pc:sldChg chg="del">
        <pc:chgData name="Alex Gagnon" userId="c18baaaccbf5293e" providerId="LiveId" clId="{B09C60E4-49CE-4569-9EC0-8593D49639B3}" dt="2022-02-20T21:05:59.483" v="392" actId="47"/>
        <pc:sldMkLst>
          <pc:docMk/>
          <pc:sldMk cId="3708760029" sldId="276"/>
        </pc:sldMkLst>
      </pc:sldChg>
      <pc:sldChg chg="modSp mod">
        <pc:chgData name="Alex Gagnon" userId="c18baaaccbf5293e" providerId="LiveId" clId="{B09C60E4-49CE-4569-9EC0-8593D49639B3}" dt="2022-02-21T01:17:53.335" v="554" actId="115"/>
        <pc:sldMkLst>
          <pc:docMk/>
          <pc:sldMk cId="1986982871" sldId="281"/>
        </pc:sldMkLst>
        <pc:spChg chg="mod">
          <ac:chgData name="Alex Gagnon" userId="c18baaaccbf5293e" providerId="LiveId" clId="{B09C60E4-49CE-4569-9EC0-8593D49639B3}" dt="2022-02-21T01:17:53.335" v="554" actId="115"/>
          <ac:spMkLst>
            <pc:docMk/>
            <pc:sldMk cId="1986982871" sldId="281"/>
            <ac:spMk id="3" creationId="{7F1850E0-A106-4800-9166-657532703D74}"/>
          </ac:spMkLst>
        </pc:spChg>
      </pc:sldChg>
      <pc:sldChg chg="del">
        <pc:chgData name="Alex Gagnon" userId="c18baaaccbf5293e" providerId="LiveId" clId="{B09C60E4-49CE-4569-9EC0-8593D49639B3}" dt="2022-02-20T21:06:01.093" v="394" actId="47"/>
        <pc:sldMkLst>
          <pc:docMk/>
          <pc:sldMk cId="4270246346" sldId="284"/>
        </pc:sldMkLst>
      </pc:sldChg>
      <pc:sldChg chg="addSp delSp modSp new mod setBg addAnim">
        <pc:chgData name="Alex Gagnon" userId="c18baaaccbf5293e" providerId="LiveId" clId="{B09C60E4-49CE-4569-9EC0-8593D49639B3}" dt="2022-02-20T20:28:15.379" v="53" actId="26606"/>
        <pc:sldMkLst>
          <pc:docMk/>
          <pc:sldMk cId="2503789534" sldId="285"/>
        </pc:sldMkLst>
        <pc:spChg chg="mod">
          <ac:chgData name="Alex Gagnon" userId="c18baaaccbf5293e" providerId="LiveId" clId="{B09C60E4-49CE-4569-9EC0-8593D49639B3}" dt="2022-02-20T20:28:15.379" v="53" actId="26606"/>
          <ac:spMkLst>
            <pc:docMk/>
            <pc:sldMk cId="2503789534" sldId="285"/>
            <ac:spMk id="2" creationId="{3F57A8FF-4EB0-4E1C-950F-AC04D1FC763C}"/>
          </ac:spMkLst>
        </pc:spChg>
        <pc:spChg chg="del mod">
          <ac:chgData name="Alex Gagnon" userId="c18baaaccbf5293e" providerId="LiveId" clId="{B09C60E4-49CE-4569-9EC0-8593D49639B3}" dt="2022-02-20T19:24:48.495" v="29" actId="478"/>
          <ac:spMkLst>
            <pc:docMk/>
            <pc:sldMk cId="2503789534" sldId="285"/>
            <ac:spMk id="3" creationId="{758EF2FE-C72C-43ED-99D2-595B8586D407}"/>
          </ac:spMkLst>
        </pc:spChg>
        <pc:spChg chg="add del mod">
          <ac:chgData name="Alex Gagnon" userId="c18baaaccbf5293e" providerId="LiveId" clId="{B09C60E4-49CE-4569-9EC0-8593D49639B3}" dt="2022-02-20T20:27:39.329" v="46" actId="478"/>
          <ac:spMkLst>
            <pc:docMk/>
            <pc:sldMk cId="2503789534" sldId="285"/>
            <ac:spMk id="6" creationId="{2E201DA8-4027-456D-9B19-C41056DBD78F}"/>
          </ac:spMkLst>
        </pc:spChg>
        <pc:spChg chg="add del mod">
          <ac:chgData name="Alex Gagnon" userId="c18baaaccbf5293e" providerId="LiveId" clId="{B09C60E4-49CE-4569-9EC0-8593D49639B3}" dt="2022-02-20T20:28:11.378" v="52" actId="478"/>
          <ac:spMkLst>
            <pc:docMk/>
            <pc:sldMk cId="2503789534" sldId="285"/>
            <ac:spMk id="9" creationId="{2F53CB87-7D8F-40FF-BA8B-436474B7D5CC}"/>
          </ac:spMkLst>
        </pc:spChg>
        <pc:picChg chg="add mod">
          <ac:chgData name="Alex Gagnon" userId="c18baaaccbf5293e" providerId="LiveId" clId="{B09C60E4-49CE-4569-9EC0-8593D49639B3}" dt="2022-02-20T20:28:04.329" v="48" actId="26606"/>
          <ac:picMkLst>
            <pc:docMk/>
            <pc:sldMk cId="2503789534" sldId="285"/>
            <ac:picMk id="5" creationId="{A7A9143D-4F68-4A12-8FF8-9511D5C12D82}"/>
          </ac:picMkLst>
        </pc:picChg>
        <pc:picChg chg="add mod">
          <ac:chgData name="Alex Gagnon" userId="c18baaaccbf5293e" providerId="LiveId" clId="{B09C60E4-49CE-4569-9EC0-8593D49639B3}" dt="2022-02-20T20:28:04.329" v="48" actId="26606"/>
          <ac:picMkLst>
            <pc:docMk/>
            <pc:sldMk cId="2503789534" sldId="285"/>
            <ac:picMk id="8" creationId="{7021F83B-C756-4AC8-8416-1B61932EF848}"/>
          </ac:picMkLst>
        </pc:picChg>
      </pc:sldChg>
      <pc:sldChg chg="modSp new mod">
        <pc:chgData name="Alex Gagnon" userId="c18baaaccbf5293e" providerId="LiveId" clId="{B09C60E4-49CE-4569-9EC0-8593D49639B3}" dt="2022-02-20T20:56:50.433" v="360" actId="20577"/>
        <pc:sldMkLst>
          <pc:docMk/>
          <pc:sldMk cId="2683534102" sldId="286"/>
        </pc:sldMkLst>
        <pc:spChg chg="mod">
          <ac:chgData name="Alex Gagnon" userId="c18baaaccbf5293e" providerId="LiveId" clId="{B09C60E4-49CE-4569-9EC0-8593D49639B3}" dt="2022-02-20T19:29:00.350" v="40" actId="20577"/>
          <ac:spMkLst>
            <pc:docMk/>
            <pc:sldMk cId="2683534102" sldId="286"/>
            <ac:spMk id="2" creationId="{183175B6-921C-4F49-AD93-8E84201D5566}"/>
          </ac:spMkLst>
        </pc:spChg>
        <pc:spChg chg="mod">
          <ac:chgData name="Alex Gagnon" userId="c18baaaccbf5293e" providerId="LiveId" clId="{B09C60E4-49CE-4569-9EC0-8593D49639B3}" dt="2022-02-20T20:56:50.433" v="360" actId="20577"/>
          <ac:spMkLst>
            <pc:docMk/>
            <pc:sldMk cId="2683534102" sldId="286"/>
            <ac:spMk id="3" creationId="{8E72EA03-2C7C-40F4-B63D-D17445294064}"/>
          </ac:spMkLst>
        </pc:spChg>
      </pc:sldChg>
      <pc:sldChg chg="modSp new mod">
        <pc:chgData name="Alex Gagnon" userId="c18baaaccbf5293e" providerId="LiveId" clId="{B09C60E4-49CE-4569-9EC0-8593D49639B3}" dt="2022-02-20T21:09:51.519" v="553" actId="20577"/>
        <pc:sldMkLst>
          <pc:docMk/>
          <pc:sldMk cId="468963874" sldId="287"/>
        </pc:sldMkLst>
        <pc:spChg chg="mod">
          <ac:chgData name="Alex Gagnon" userId="c18baaaccbf5293e" providerId="LiveId" clId="{B09C60E4-49CE-4569-9EC0-8593D49639B3}" dt="2022-02-20T20:57:18.432" v="375" actId="20577"/>
          <ac:spMkLst>
            <pc:docMk/>
            <pc:sldMk cId="468963874" sldId="287"/>
            <ac:spMk id="2" creationId="{E0BC6DFA-8E01-4FBB-ADDB-1E45B0DE2AB4}"/>
          </ac:spMkLst>
        </pc:spChg>
        <pc:spChg chg="mod">
          <ac:chgData name="Alex Gagnon" userId="c18baaaccbf5293e" providerId="LiveId" clId="{B09C60E4-49CE-4569-9EC0-8593D49639B3}" dt="2022-02-20T21:09:51.519" v="553" actId="20577"/>
          <ac:spMkLst>
            <pc:docMk/>
            <pc:sldMk cId="468963874" sldId="287"/>
            <ac:spMk id="3" creationId="{03908732-2477-4B13-9C5C-D451C5546F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EF61F-3F72-4BCE-A05D-CF5664585CDA}" type="datetimeFigureOut">
              <a:rPr lang="fr-CA" smtClean="0"/>
              <a:t>2022-10-24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C8E14-0085-4BE2-9514-5C2B345A9AA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212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Jeremy Bentham et John Stuart Mill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1C8E14-0085-4BE2-9514-5C2B345A9AA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865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Boutique_boucherie_%C3%A0_Boucheries_Andr%C3%A9_(Rillieux-la-Pape).JP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7202/004895ar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5C37B1-48F7-407F-8E24-D0A57B496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87356"/>
            <a:ext cx="9144000" cy="2486130"/>
          </a:xfrm>
        </p:spPr>
        <p:txBody>
          <a:bodyPr>
            <a:normAutofit/>
          </a:bodyPr>
          <a:lstStyle/>
          <a:p>
            <a:pPr algn="ctr"/>
            <a:r>
              <a:rPr lang="fr-CA" sz="8800" dirty="0">
                <a:solidFill>
                  <a:schemeClr val="tx1">
                    <a:lumMod val="95000"/>
                  </a:schemeClr>
                </a:solidFill>
              </a:rPr>
              <a:t>L’utilitarisme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AF1CEC-F1E9-4C6D-AC3F-0CB322C75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28057"/>
            <a:ext cx="9144000" cy="1567489"/>
          </a:xfrm>
        </p:spPr>
        <p:txBody>
          <a:bodyPr>
            <a:normAutofit/>
          </a:bodyPr>
          <a:lstStyle/>
          <a:p>
            <a:pPr algn="ctr"/>
            <a:r>
              <a:rPr lang="fr-CA" sz="2800">
                <a:solidFill>
                  <a:schemeClr val="tx2"/>
                </a:solidFill>
              </a:rPr>
              <a:t>Cours 6</a:t>
            </a:r>
          </a:p>
        </p:txBody>
      </p:sp>
    </p:spTree>
    <p:extLst>
      <p:ext uri="{BB962C8B-B14F-4D97-AF65-F5344CB8AC3E}">
        <p14:creationId xmlns:p14="http://schemas.microsoft.com/office/powerpoint/2010/main" val="232962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47A690B-DE55-4274-B33B-C91FD647EB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4B266D-D7AF-4310-B3BD-8158A106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1132116"/>
            <a:ext cx="6105143" cy="459377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6000" spc="-3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Retour sur l’exercice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9CD390-6DB5-4AEA-8D13-BC6CEF344F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653440" cy="6858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FA69C6-0A69-4994-9F32-C4497B8B4C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43467" cy="685800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marché, ligne, plusieurs&#10;&#10;Description générée automatiquement">
            <a:extLst>
              <a:ext uri="{FF2B5EF4-FFF2-40B4-BE49-F238E27FC236}">
                <a16:creationId xmlns:a16="http://schemas.microsoft.com/office/drawing/2014/main" id="{6C9564C9-D9EA-4D21-BDF8-3EBD16953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3467" y="166253"/>
            <a:ext cx="4009973" cy="2969491"/>
          </a:xfrm>
          <a:prstGeom prst="rect">
            <a:avLst/>
          </a:prstGeom>
        </p:spPr>
      </p:pic>
      <p:pic>
        <p:nvPicPr>
          <p:cNvPr id="10" name="Image 9" descr="Formule de calcul">
            <a:extLst>
              <a:ext uri="{FF2B5EF4-FFF2-40B4-BE49-F238E27FC236}">
                <a16:creationId xmlns:a16="http://schemas.microsoft.com/office/drawing/2014/main" id="{70D273F5-3B2F-46E4-823E-5A6E52C16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94" y="3722257"/>
            <a:ext cx="4022146" cy="268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D7F8E-D3DE-4E92-87EA-97B4DE82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322260-2A87-492D-B2BE-9A11DB257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Question : Diriez-vous que le professeur a fait preuve de « bonne volonté » dans cette histoire?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Éléments de réponse : Le concept </a:t>
            </a:r>
            <a:r>
              <a:rPr lang="fr-CA" u="sng" dirty="0"/>
              <a:t>d’intention</a:t>
            </a:r>
            <a:r>
              <a:rPr lang="fr-CA" dirty="0"/>
              <a:t> chez Kant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Réponse : Oui, son </a:t>
            </a:r>
            <a:r>
              <a:rPr lang="fr-CA" u="sng" dirty="0"/>
              <a:t>intention</a:t>
            </a:r>
            <a:r>
              <a:rPr lang="fr-CA" dirty="0"/>
              <a:t> était d’aider l’étudiant à réaliser son ambition de devenir </a:t>
            </a:r>
            <a:r>
              <a:rPr lang="fr-CA" dirty="0" smtClean="0"/>
              <a:t>boucher, non pas de prendre avantage d’une situation.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4760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13E1BE-F254-410B-80F6-FCF1326B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57A62-E6BA-4812-887E-A16E3FA6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/>
              <a:t>Question : Est-ce que l’action du professeur passe le test du principe d’universalisation de Kant?</a:t>
            </a:r>
          </a:p>
          <a:p>
            <a:pPr marL="0" indent="0">
              <a:buNone/>
            </a:pPr>
            <a:endParaRPr lang="fr-CA" sz="3200" dirty="0"/>
          </a:p>
          <a:p>
            <a:pPr marL="0" indent="0">
              <a:buNone/>
            </a:pPr>
            <a:r>
              <a:rPr lang="fr-CA" sz="3200" dirty="0"/>
              <a:t>Élément de réponse : le principe d’universalisation</a:t>
            </a:r>
          </a:p>
        </p:txBody>
      </p:sp>
    </p:spTree>
    <p:extLst>
      <p:ext uri="{BB962C8B-B14F-4D97-AF65-F5344CB8AC3E}">
        <p14:creationId xmlns:p14="http://schemas.microsoft.com/office/powerpoint/2010/main" val="99375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012D5-8970-4AED-A9A4-97A8E75C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64B628-BD91-464D-A365-F57284511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L’impératif catégorique ou le principe d’universalisation :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« Agis seulement d’après la maxime grâce à laquelle tu peux vouloir en même temps qu’elle devienne une loi universelle. »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i="1" dirty="0"/>
              <a:t>Puis-je vouloir que tous les êtres humains agissent comme je projette de le faire?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8780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C798E-D24C-4C51-B504-9AE2B6DC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CE464D-2124-4818-80E5-7D38A7DD4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/>
              <a:t>Quelle est la maxime de l’action? = Quelle est la règle de mon action? </a:t>
            </a:r>
            <a:r>
              <a:rPr lang="fr-CA" sz="3200" b="1" u="sng" dirty="0"/>
              <a:t>On transforme l’intention en règle</a:t>
            </a:r>
          </a:p>
          <a:p>
            <a:pPr marL="0" indent="0">
              <a:buNone/>
            </a:pPr>
            <a:endParaRPr lang="fr-CA" sz="3200" b="1" u="sng" dirty="0"/>
          </a:p>
          <a:p>
            <a:pPr marL="0" indent="0">
              <a:buNone/>
            </a:pPr>
            <a:r>
              <a:rPr lang="fr-CA" sz="3200" dirty="0"/>
              <a:t>- La règle : Un professeur peut faire passer un étudiant pour un cours qu’il échoue s’il juge que l’étudiant n’a pas besoin de ce cours pour son futur emploi.</a:t>
            </a:r>
          </a:p>
        </p:txBody>
      </p:sp>
    </p:spTree>
    <p:extLst>
      <p:ext uri="{BB962C8B-B14F-4D97-AF65-F5344CB8AC3E}">
        <p14:creationId xmlns:p14="http://schemas.microsoft.com/office/powerpoint/2010/main" val="90638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B6AB1-BE68-4A37-B57B-4F5C2E61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2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350C9-C436-4FE2-9E40-0FE3555E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/>
              <a:t>Est-ce que cette règle (maxime) est universalisable, c’est-à-dire est-ce qu’on peut l’appliquer à tous sans contradiction?</a:t>
            </a:r>
          </a:p>
          <a:p>
            <a:pPr marL="0" indent="0">
              <a:buNone/>
            </a:pPr>
            <a:endParaRPr lang="fr-CA" sz="3200" dirty="0"/>
          </a:p>
          <a:p>
            <a:pPr marL="0" indent="0">
              <a:buNone/>
            </a:pPr>
            <a:r>
              <a:rPr lang="fr-CA" sz="3200" dirty="0"/>
              <a:t>Peut-on généraliser la règle précédente?</a:t>
            </a:r>
          </a:p>
          <a:p>
            <a:pPr marL="0" indent="0">
              <a:buNone/>
            </a:pPr>
            <a:endParaRPr lang="fr-CA" sz="3200" dirty="0"/>
          </a:p>
          <a:p>
            <a:pPr marL="0" indent="0">
              <a:buNone/>
            </a:pP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96030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6A813-5822-445C-9467-EA2393EB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9AA8CA-9C6F-4308-A006-1B4924A42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Réponse : Non, si tous les enseignants suivaient cette règle cela ruinerait l’objectif de la formation générale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Tous les étudiants passeraient </a:t>
            </a:r>
            <a:r>
              <a:rPr lang="fr-CA" dirty="0" smtClean="0"/>
              <a:t>leurs cours</a:t>
            </a:r>
            <a:endParaRPr lang="fr-CA" dirty="0"/>
          </a:p>
          <a:p>
            <a:r>
              <a:rPr lang="fr-CA" dirty="0"/>
              <a:t>Les étudiants n’auraient pas besoin d’aller à leur cours pour réussir</a:t>
            </a:r>
          </a:p>
          <a:p>
            <a:r>
              <a:rPr lang="fr-CA" dirty="0"/>
              <a:t>Les diplômes n’auraient plus de valeur</a:t>
            </a:r>
          </a:p>
        </p:txBody>
      </p:sp>
    </p:spTree>
    <p:extLst>
      <p:ext uri="{BB962C8B-B14F-4D97-AF65-F5344CB8AC3E}">
        <p14:creationId xmlns:p14="http://schemas.microsoft.com/office/powerpoint/2010/main" val="152163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175B6-921C-4F49-AD93-8E84201D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72EA03-2C7C-40F4-B63D-D17445294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Question : L’action du professeur pourrait-elle être justifiée au nom du principe de respect kantien, pris dans sa facette positive?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Le professeur a-t-il respecté la volonté de l’élève? </a:t>
            </a:r>
            <a:endParaRPr lang="fr-CA" dirty="0" smtClean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 smtClean="0"/>
              <a:t>« </a:t>
            </a:r>
            <a:r>
              <a:rPr lang="fr-CA" b="1" dirty="0"/>
              <a:t>J’accomplis</a:t>
            </a:r>
            <a:r>
              <a:rPr lang="fr-CA" dirty="0"/>
              <a:t> des actions visant à aider autrui à atteindre ses buts moralement bons, dans la mesure du possible</a:t>
            </a:r>
            <a:r>
              <a:rPr lang="fr-CA" dirty="0" smtClean="0"/>
              <a:t>. »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8353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C6DFA-8E01-4FBB-ADDB-1E45B0DE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Question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908732-2477-4B13-9C5C-D451C5546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Réponse : Oui, on peut défendre que le professeur a respecté la volonté de l’étudiant en lui permettant de poursuivre son </a:t>
            </a:r>
            <a:r>
              <a:rPr lang="fr-CA" dirty="0" smtClean="0"/>
              <a:t>rêve de devenir boucher </a:t>
            </a:r>
            <a:r>
              <a:rPr lang="fr-CA" dirty="0"/>
              <a:t>malgré ses difficultés en mathématiques. </a:t>
            </a:r>
            <a:endParaRPr lang="fr-CA" dirty="0" smtClean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 smtClean="0"/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689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9CA07-5AFC-44F3-8C5E-96EE4ABA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DD618B-5639-44BE-9FE8-3CBDD48A7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dirty="0"/>
              <a:t>Question : Peut-on qualifier l’action du professeur de vertueuse?</a:t>
            </a:r>
          </a:p>
          <a:p>
            <a:endParaRPr lang="fr-CA" dirty="0"/>
          </a:p>
          <a:p>
            <a:pPr marL="0" indent="0">
              <a:buNone/>
            </a:pPr>
            <a:r>
              <a:rPr lang="fr-CA" dirty="0"/>
              <a:t>Élément de réponse : définition d’une personne vertueuse : « une bonne manière de répondre aux exigences d’une situation »</a:t>
            </a:r>
          </a:p>
          <a:p>
            <a:pPr marL="0" indent="0">
              <a:buNone/>
            </a:pPr>
            <a:endParaRPr lang="fr-CA" dirty="0"/>
          </a:p>
          <a:p>
            <a:pPr marL="0" indent="0" algn="just">
              <a:buNone/>
            </a:pPr>
            <a:r>
              <a:rPr lang="fr-CA" dirty="0"/>
              <a:t>Réponse : Oui, dans le contexte l’enseignant a agit de manière vertueuse, car il connaissait bien l’étudiant et il savait qu’il l’aiderait beaucoup dans son cheminement en lui faisant passer ses maths. On peut dire qu’il a bien tenu compte des circonstances et a agit avec sagesse, solidarité, empathie.</a:t>
            </a:r>
          </a:p>
        </p:txBody>
      </p:sp>
    </p:spTree>
    <p:extLst>
      <p:ext uri="{BB962C8B-B14F-4D97-AF65-F5344CB8AC3E}">
        <p14:creationId xmlns:p14="http://schemas.microsoft.com/office/powerpoint/2010/main" val="301115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5C78B-EF7F-42F4-83A6-4A3EEA34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C96E9D-74C1-4494-810E-B13FB9998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Question : Quelles vertus particulières pourrait-on attribuer au professeur dans cette affaire?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Réponse : Compassion, empathie, générosité, solidarité, sagesse</a:t>
            </a:r>
          </a:p>
        </p:txBody>
      </p:sp>
    </p:spTree>
    <p:extLst>
      <p:ext uri="{BB962C8B-B14F-4D97-AF65-F5344CB8AC3E}">
        <p14:creationId xmlns:p14="http://schemas.microsoft.com/office/powerpoint/2010/main" val="18833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CCAFC9-B22A-4A4B-B3A2-698DADC2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 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BCE907-A1AC-454A-B6F3-0D474D10D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Question : Selon vous, la décision de ce professeur est-elle moralement défendable?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Réponse : Plusieurs réponses possibles l’important est la </a:t>
            </a:r>
            <a:r>
              <a:rPr lang="fr-CA" b="1" u="sng" dirty="0"/>
              <a:t>justification</a:t>
            </a:r>
            <a:r>
              <a:rPr lang="fr-CA" dirty="0"/>
              <a:t>. Oui selon l’éthique des vertus, non selon la morale de Kant.</a:t>
            </a:r>
          </a:p>
        </p:txBody>
      </p:sp>
    </p:spTree>
    <p:extLst>
      <p:ext uri="{BB962C8B-B14F-4D97-AF65-F5344CB8AC3E}">
        <p14:creationId xmlns:p14="http://schemas.microsoft.com/office/powerpoint/2010/main" val="9640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47A690B-DE55-4274-B33B-C91FD647EB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7EDB94-C72B-42B4-B378-78A97CBA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1132116"/>
            <a:ext cx="6105143" cy="459377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66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L’utilitarisme</a:t>
            </a:r>
            <a:r>
              <a:rPr lang="en-US" sz="66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 </a:t>
            </a:r>
            <a:r>
              <a:rPr lang="en-US" sz="66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ou</a:t>
            </a:r>
            <a:r>
              <a:rPr lang="en-US" sz="66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 le </a:t>
            </a:r>
            <a:r>
              <a:rPr lang="en-US" sz="66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conséquentialisme</a:t>
            </a:r>
            <a:endParaRPr lang="en-US" sz="6600" spc="-3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9CD390-6DB5-4AEA-8D13-BC6CEF344F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653440" cy="6858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FA69C6-0A69-4994-9F32-C4497B8B4C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43467" cy="685800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58D66A-05DF-4ECC-847E-46D9DCD7E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2" y="482599"/>
            <a:ext cx="4417035" cy="248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6A51F4F-438B-4CD7-80B7-27B751412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683" y="3146136"/>
            <a:ext cx="2813242" cy="353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72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1. Principe de l’utilitarisme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b="1" dirty="0" smtClean="0"/>
              <a:t>Hédonisme</a:t>
            </a:r>
            <a:r>
              <a:rPr lang="fr-CA" dirty="0" smtClean="0"/>
              <a:t> </a:t>
            </a:r>
          </a:p>
          <a:p>
            <a:endParaRPr lang="fr-CA" dirty="0"/>
          </a:p>
          <a:p>
            <a:r>
              <a:rPr lang="fr-CA" dirty="0" smtClean="0"/>
              <a:t>Point de départ :</a:t>
            </a:r>
          </a:p>
          <a:p>
            <a:endParaRPr lang="fr-CA" dirty="0"/>
          </a:p>
          <a:p>
            <a:r>
              <a:rPr lang="fr-CA" dirty="0" smtClean="0"/>
              <a:t>LE BIEN = le plaisir</a:t>
            </a:r>
          </a:p>
          <a:p>
            <a:r>
              <a:rPr lang="fr-CA" dirty="0" smtClean="0"/>
              <a:t>LE MAL = la douleur</a:t>
            </a:r>
            <a:endParaRPr lang="fr-CA" dirty="0"/>
          </a:p>
        </p:txBody>
      </p:sp>
      <p:pic>
        <p:nvPicPr>
          <p:cNvPr id="1026" name="Picture 2" descr="hedonism | Philosophy &amp; Definition | Britan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690688"/>
            <a:ext cx="7619999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25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2050" name="Picture 2" descr="BENTHAM - L'utilitarisme 📏 - YouTub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431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22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5750A0-E23E-4B9D-B1D7-E3D2AD28C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CA" sz="4400" dirty="0"/>
              <a:t>Le plaisir et la douleur comme base de la morale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56B6CF-4EB4-4CC6-88BC-3EBC4E31B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fr-CA" sz="3200" dirty="0"/>
          </a:p>
          <a:p>
            <a:pPr marL="0" indent="0">
              <a:buNone/>
            </a:pPr>
            <a:r>
              <a:rPr lang="fr-CA" sz="3200" dirty="0"/>
              <a:t>Rappel : toutes les théories morales recherche une base universelle sur laquelle tout le monde peut s’entendre</a:t>
            </a:r>
          </a:p>
          <a:p>
            <a:pPr marL="0" indent="0">
              <a:buNone/>
            </a:pPr>
            <a:endParaRPr lang="fr-CA" sz="3200" dirty="0"/>
          </a:p>
          <a:p>
            <a:pPr marL="0" indent="0">
              <a:buNone/>
            </a:pPr>
            <a:r>
              <a:rPr lang="fr-CA" sz="3200" dirty="0"/>
              <a:t>La base de l’utilitarisme peut remonter aussi loin que l’hédonisme d’Épicure. Selon lui, le plaisir est le bien suprême, alors que le mal réside dans la douleur.</a:t>
            </a: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Jeremy Bentham (1748-1832)</a:t>
            </a:r>
          </a:p>
        </p:txBody>
      </p:sp>
    </p:spTree>
    <p:extLst>
      <p:ext uri="{BB962C8B-B14F-4D97-AF65-F5344CB8AC3E}">
        <p14:creationId xmlns:p14="http://schemas.microsoft.com/office/powerpoint/2010/main" val="263192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Définition du principe utilitariste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sz="3200" dirty="0" smtClean="0"/>
              <a:t>MAXIMISER LES PLAISIRS en effectuant un </a:t>
            </a:r>
            <a:r>
              <a:rPr lang="fr-CA" sz="3200" b="1" u="sng" dirty="0" smtClean="0"/>
              <a:t>calcul d’utilité </a:t>
            </a:r>
            <a:r>
              <a:rPr lang="fr-CA" sz="3200" dirty="0" smtClean="0"/>
              <a:t>qui vise le plus grand excédent de plaisirs sur les déplaisirs.</a:t>
            </a:r>
          </a:p>
          <a:p>
            <a:endParaRPr lang="fr-CA" sz="3200" dirty="0"/>
          </a:p>
          <a:p>
            <a:r>
              <a:rPr lang="fr-CA" sz="3200" dirty="0" smtClean="0"/>
              <a:t>MAIS ATTENTION !</a:t>
            </a:r>
          </a:p>
          <a:p>
            <a:r>
              <a:rPr lang="fr-CA" sz="3200" dirty="0" smtClean="0"/>
              <a:t>Ce principe n’est pas un principe égoïste, car </a:t>
            </a:r>
            <a:r>
              <a:rPr lang="fr-CA" sz="3200" b="1" dirty="0" smtClean="0"/>
              <a:t>le bien est </a:t>
            </a:r>
            <a:r>
              <a:rPr lang="fr-CA" sz="3200" b="1" i="1" dirty="0" smtClean="0"/>
              <a:t>le </a:t>
            </a:r>
            <a:r>
              <a:rPr lang="fr-CA" sz="3200" b="1" dirty="0" smtClean="0"/>
              <a:t>plaisir, pas </a:t>
            </a:r>
            <a:r>
              <a:rPr lang="fr-CA" sz="3200" b="1" i="1" dirty="0" smtClean="0"/>
              <a:t>mon </a:t>
            </a:r>
            <a:r>
              <a:rPr lang="fr-CA" sz="3200" b="1" dirty="0" smtClean="0"/>
              <a:t>plaisir. </a:t>
            </a:r>
          </a:p>
          <a:p>
            <a:r>
              <a:rPr lang="fr-CA" sz="3200" dirty="0" smtClean="0"/>
              <a:t>Tous les plaisirs et déplaisirs n’ont pas un </a:t>
            </a:r>
            <a:r>
              <a:rPr lang="fr-CA" sz="3200" b="1" dirty="0" smtClean="0"/>
              <a:t>valeur égale :</a:t>
            </a:r>
          </a:p>
          <a:p>
            <a:r>
              <a:rPr lang="fr-CA" sz="3200" dirty="0" smtClean="0"/>
              <a:t>« chacun compte pour un » dans le calcul d’utilité.</a:t>
            </a:r>
          </a:p>
        </p:txBody>
      </p:sp>
    </p:spTree>
    <p:extLst>
      <p:ext uri="{BB962C8B-B14F-4D97-AF65-F5344CB8AC3E}">
        <p14:creationId xmlns:p14="http://schemas.microsoft.com/office/powerpoint/2010/main" val="10231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pongebob And Patrick GIF - Sponge Bob Patrick Star Thinking GIFs">
            <a:extLst>
              <a:ext uri="{FF2B5EF4-FFF2-40B4-BE49-F238E27FC236}">
                <a16:creationId xmlns:a16="http://schemas.microsoft.com/office/drawing/2014/main" id="{78AF1EB8-5857-42E1-BD57-9030C0D0FA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72" y="1976131"/>
            <a:ext cx="47434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8702E2B-CE2D-4D1A-B5BC-E0D023888772}"/>
              </a:ext>
            </a:extLst>
          </p:cNvPr>
          <p:cNvCxnSpPr>
            <a:cxnSpLocks/>
          </p:cNvCxnSpPr>
          <p:nvPr/>
        </p:nvCxnSpPr>
        <p:spPr>
          <a:xfrm flipV="1">
            <a:off x="5634182" y="2243458"/>
            <a:ext cx="2558473" cy="150432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F02D1CA-70D7-4E16-86B6-6EF7650B3EF0}"/>
              </a:ext>
            </a:extLst>
          </p:cNvPr>
          <p:cNvCxnSpPr>
            <a:cxnSpLocks/>
          </p:cNvCxnSpPr>
          <p:nvPr/>
        </p:nvCxnSpPr>
        <p:spPr>
          <a:xfrm>
            <a:off x="5631894" y="3747781"/>
            <a:ext cx="2560761" cy="1129019"/>
          </a:xfrm>
          <a:prstGeom prst="straightConnector1">
            <a:avLst/>
          </a:prstGeom>
          <a:ln w="635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69E11A2F-51F2-4D34-94FA-6452402CB92D}"/>
              </a:ext>
            </a:extLst>
          </p:cNvPr>
          <p:cNvSpPr txBox="1"/>
          <p:nvPr/>
        </p:nvSpPr>
        <p:spPr>
          <a:xfrm>
            <a:off x="5698836" y="4775200"/>
            <a:ext cx="2105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 smtClean="0"/>
              <a:t>Égoïsme</a:t>
            </a:r>
            <a:endParaRPr lang="fr-CA" sz="2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3376CAC-BB96-4849-89B0-5443BFB2CFBF}"/>
              </a:ext>
            </a:extLst>
          </p:cNvPr>
          <p:cNvSpPr txBox="1"/>
          <p:nvPr/>
        </p:nvSpPr>
        <p:spPr>
          <a:xfrm>
            <a:off x="5615708" y="2012625"/>
            <a:ext cx="227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 smtClean="0"/>
              <a:t>Utilitarisme</a:t>
            </a:r>
            <a:endParaRPr lang="fr-CA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81DCE77-C035-4281-B34C-4BE667D7CA21}"/>
              </a:ext>
            </a:extLst>
          </p:cNvPr>
          <p:cNvSpPr txBox="1"/>
          <p:nvPr/>
        </p:nvSpPr>
        <p:spPr>
          <a:xfrm>
            <a:off x="8404315" y="1386735"/>
            <a:ext cx="33628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/>
              <a:t>Qu’est ce qui est le plus utile pour tous, c’est-à-dire ce qui engendrera plus de bonheur pour le plus grand nombre de personnes?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DB61444-38CE-46D7-9FB1-C6A7072007D0}"/>
              </a:ext>
            </a:extLst>
          </p:cNvPr>
          <p:cNvSpPr txBox="1"/>
          <p:nvPr/>
        </p:nvSpPr>
        <p:spPr>
          <a:xfrm>
            <a:off x="8399738" y="4575145"/>
            <a:ext cx="3362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/>
              <a:t>Qu’est-ce qui est le plus utile pour moi, c’est-à-dire qui engendrera plus de plaisir que de douleur?</a:t>
            </a:r>
          </a:p>
        </p:txBody>
      </p:sp>
    </p:spTree>
    <p:extLst>
      <p:ext uri="{BB962C8B-B14F-4D97-AF65-F5344CB8AC3E}">
        <p14:creationId xmlns:p14="http://schemas.microsoft.com/office/powerpoint/2010/main" val="98935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36A05-BFEB-4A35-B908-ED11C15C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CA" dirty="0" smtClean="0"/>
              <a:t>L’utile = l’agréable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3F7679-2CD9-4B61-84AA-A31DFA8E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/>
              <a:t>L’action qui produira un excédant de plaisir par rapport à la douleur sera la meilleure sur le plan moral. C’est un calcul…</a:t>
            </a:r>
          </a:p>
          <a:p>
            <a:pPr marL="0" indent="0">
              <a:buNone/>
            </a:pPr>
            <a:endParaRPr lang="fr-CA" sz="3200" dirty="0"/>
          </a:p>
          <a:p>
            <a:pPr marL="0" indent="0" algn="just">
              <a:buNone/>
            </a:pPr>
            <a:r>
              <a:rPr lang="fr-CA" sz="3200" dirty="0"/>
              <a:t>On peut dire qu’une action qui engendre plus de plaisir que de douleur est </a:t>
            </a:r>
            <a:r>
              <a:rPr lang="fr-CA" sz="3200" b="1" i="1" dirty="0"/>
              <a:t>utile</a:t>
            </a:r>
            <a:r>
              <a:rPr lang="fr-CA" sz="3200" dirty="0"/>
              <a:t>, en ce sens qu’elle rend l’être humain plus heureux. Pour savoir si une action est moralement bonne, il suffit de calculer le plaisir qu’elle engendre et la douleur qu’elle peut </a:t>
            </a:r>
            <a:r>
              <a:rPr lang="fr-CA" sz="3200" dirty="0" smtClean="0"/>
              <a:t>provoquer.</a:t>
            </a:r>
            <a:endParaRPr lang="fr-CA" sz="3200" b="1" i="1" dirty="0"/>
          </a:p>
        </p:txBody>
      </p:sp>
    </p:spTree>
    <p:extLst>
      <p:ext uri="{BB962C8B-B14F-4D97-AF65-F5344CB8AC3E}">
        <p14:creationId xmlns:p14="http://schemas.microsoft.com/office/powerpoint/2010/main" val="400934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7D3DD-C84C-4C3E-AF42-D9F45F7E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Thèse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72BD1-B01D-463F-B026-0E4E014FF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290" y="1696149"/>
            <a:ext cx="509771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CA" sz="3200" dirty="0" smtClean="0"/>
              <a:t>Nos action doivent viser </a:t>
            </a:r>
            <a:r>
              <a:rPr lang="fr-CA" sz="3200" dirty="0"/>
              <a:t>le plus grand bonheur du plus grand nombre de personnes possible.</a:t>
            </a:r>
          </a:p>
        </p:txBody>
      </p:sp>
      <p:pic>
        <p:nvPicPr>
          <p:cNvPr id="4098" name="Picture 2" descr="Too Many Counting GIF - Too Many Counting GIFs">
            <a:extLst>
              <a:ext uri="{FF2B5EF4-FFF2-40B4-BE49-F238E27FC236}">
                <a16:creationId xmlns:a16="http://schemas.microsoft.com/office/drawing/2014/main" id="{D17F327F-AD9E-450F-A191-DBB03D7B086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071" y="1690688"/>
            <a:ext cx="4317535" cy="431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49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5EEAC-5711-4FB0-B0D4-2B852040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CA" dirty="0"/>
              <a:t>D</a:t>
            </a:r>
            <a:r>
              <a:rPr lang="fr-CA" dirty="0" smtClean="0"/>
              <a:t>imension collective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1850E0-A106-4800-9166-657532703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CA" sz="3200" b="1" dirty="0" smtClean="0"/>
          </a:p>
          <a:p>
            <a:pPr marL="0" indent="0">
              <a:buNone/>
            </a:pPr>
            <a:r>
              <a:rPr lang="fr-CA" sz="3200" b="1" dirty="0" smtClean="0"/>
              <a:t>Une valeur : LE BIEN-ÊTRE</a:t>
            </a:r>
          </a:p>
          <a:p>
            <a:pPr marL="0" indent="0">
              <a:buNone/>
            </a:pPr>
            <a:r>
              <a:rPr lang="fr-CA" sz="3200" dirty="0" smtClean="0"/>
              <a:t>Mon plaisir </a:t>
            </a:r>
            <a:r>
              <a:rPr lang="fr-CA" sz="3200" dirty="0"/>
              <a:t>est égal à celui des autres êtres sensibles affectés par mon action</a:t>
            </a:r>
            <a:r>
              <a:rPr lang="fr-CA" sz="3200" dirty="0" smtClean="0"/>
              <a:t>.</a:t>
            </a:r>
            <a:endParaRPr lang="fr-CA" sz="3200" dirty="0"/>
          </a:p>
          <a:p>
            <a:pPr marL="0" indent="0">
              <a:buNone/>
            </a:pPr>
            <a:r>
              <a:rPr lang="fr-CA" sz="3200" b="1" dirty="0" smtClean="0"/>
              <a:t>Une norme : L’ÉGALITÉ</a:t>
            </a:r>
            <a:endParaRPr lang="fr-CA" sz="3200" b="1" dirty="0"/>
          </a:p>
          <a:p>
            <a:pPr marL="0" indent="0">
              <a:buNone/>
            </a:pPr>
            <a:r>
              <a:rPr lang="fr-CA" sz="3200" dirty="0"/>
              <a:t>Chacun compte pour un</a:t>
            </a:r>
          </a:p>
          <a:p>
            <a:pPr marL="0" indent="0">
              <a:buNone/>
            </a:pP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98698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CA" dirty="0" smtClean="0"/>
              <a:t>La procédure à suivre pour distinguer le bien du mal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fr-CA" sz="3200" dirty="0" smtClean="0"/>
          </a:p>
          <a:p>
            <a:pPr algn="just"/>
            <a:endParaRPr lang="fr-CA" sz="3200" dirty="0"/>
          </a:p>
          <a:p>
            <a:pPr algn="just"/>
            <a:r>
              <a:rPr lang="fr-CA" sz="3200" dirty="0" smtClean="0"/>
              <a:t>On </a:t>
            </a:r>
            <a:r>
              <a:rPr lang="fr-CA" sz="3200" dirty="0"/>
              <a:t>doit donc calculer la somme totale des plaisirs et des douleurs des êtres sensibles touchés par l’action pour savoir si elle est moralement bonne.</a:t>
            </a:r>
          </a:p>
          <a:p>
            <a:pPr algn="just"/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17162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Application de la théorie utilitariste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sz="3200" dirty="0" smtClean="0"/>
              <a:t>1 : Dresser la liste des décisions ou actions possibles en réponse au dilemme moral ainsi que la liste des individus touchés par ces décisions ou actions;</a:t>
            </a:r>
          </a:p>
          <a:p>
            <a:r>
              <a:rPr lang="fr-CA" sz="3200" dirty="0" smtClean="0"/>
              <a:t>2 : Déterminer quelles conséquences découlent de chacune de ces décisions ou actions, c’est-à-dire quelles sont les plaisirs et les peines qui en découlent pour chaque individu touché et le degré d’intensité de ceux-ci;</a:t>
            </a:r>
          </a:p>
          <a:p>
            <a:r>
              <a:rPr lang="fr-CA" sz="3200" dirty="0" smtClean="0"/>
              <a:t>3 : Identifier la décision ou l’action morale en utilisant les critères permettant de mesurer l’ampleur des plaisirs et des peines des individus dont les intérêts sont en jeu.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228677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CA" sz="4000" dirty="0" smtClean="0"/>
              <a:t>Exemple du médecin qui doit choisir entre laisser mourir son patient ou opérer sur lui illégalement</a:t>
            </a:r>
            <a:endParaRPr lang="fr-CA" sz="40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CA" sz="3600" dirty="0" smtClean="0"/>
              <a:t>Pour</a:t>
            </a:r>
            <a:endParaRPr lang="fr-CA" sz="36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 smtClean="0"/>
              <a:t>Sauver une vie</a:t>
            </a:r>
          </a:p>
          <a:p>
            <a:r>
              <a:rPr lang="fr-CA" dirty="0" smtClean="0"/>
              <a:t>Avoir bonne conscience</a:t>
            </a:r>
          </a:p>
          <a:p>
            <a:r>
              <a:rPr lang="fr-CA" dirty="0" smtClean="0"/>
              <a:t>Reconnaissance de la famille du patient</a:t>
            </a:r>
          </a:p>
          <a:p>
            <a:r>
              <a:rPr lang="fr-CA" dirty="0" smtClean="0">
                <a:solidFill>
                  <a:srgbClr val="FF0000"/>
                </a:solidFill>
              </a:rPr>
              <a:t>Respect du </a:t>
            </a:r>
            <a:r>
              <a:rPr lang="en-US" dirty="0" err="1">
                <a:solidFill>
                  <a:srgbClr val="FF0000"/>
                </a:solidFill>
              </a:rPr>
              <a:t>Serment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d'Hippocrate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fr-CA" dirty="0" smtClean="0"/>
          </a:p>
          <a:p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fr-CA" sz="3600" dirty="0" smtClean="0"/>
              <a:t>Contre</a:t>
            </a:r>
            <a:endParaRPr lang="fr-CA" sz="36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CA" dirty="0" smtClean="0"/>
              <a:t>Possibilité de perte d’emplois</a:t>
            </a:r>
          </a:p>
          <a:p>
            <a:r>
              <a:rPr lang="fr-CA" dirty="0" smtClean="0"/>
              <a:t>Possibilité d’arrestation et d’emprisonnement</a:t>
            </a:r>
          </a:p>
          <a:p>
            <a:r>
              <a:rPr lang="fr-CA" dirty="0" smtClean="0"/>
              <a:t>Possibilité que l’opération soit un échec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2277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Contraste avec la théorie déontologique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« Ce </a:t>
            </a:r>
            <a:r>
              <a:rPr lang="fr-FR" dirty="0"/>
              <a:t>qui engendre normes et devoirs, c’est la considération de valeurs ou de l’une d’entre elles, par exemple l’utilité. Certes, d’autres doctrines aussi vénérables s’y opposent : le </a:t>
            </a:r>
            <a:r>
              <a:rPr lang="fr-FR" dirty="0" err="1"/>
              <a:t>déontologisme</a:t>
            </a:r>
            <a:r>
              <a:rPr lang="fr-FR" dirty="0"/>
              <a:t>, qui place les normes à la source des valeurs (ce n’est pas parce que la vie humaine est un bien qu’on doit la respecter ; mais elle est un bien parce qu’on doit la </a:t>
            </a:r>
            <a:r>
              <a:rPr lang="fr-FR" dirty="0" smtClean="0"/>
              <a:t>respecter »</a:t>
            </a:r>
          </a:p>
          <a:p>
            <a:pPr marL="0" indent="0">
              <a:buNone/>
            </a:pPr>
            <a:r>
              <a:rPr lang="fr-FR" sz="1800" dirty="0" err="1" smtClean="0"/>
              <a:t>Baertschi</a:t>
            </a:r>
            <a:r>
              <a:rPr lang="fr-FR" sz="1800" dirty="0"/>
              <a:t>, B. (2001). La place du normatif en morale. Philosophiques, 28(1), 69–86. </a:t>
            </a:r>
            <a:r>
              <a:rPr lang="fr-FR" sz="1800" dirty="0">
                <a:hlinkClick r:id="rId2"/>
              </a:rPr>
              <a:t>https://</a:t>
            </a:r>
            <a:r>
              <a:rPr lang="fr-FR" sz="1800" dirty="0" smtClean="0">
                <a:hlinkClick r:id="rId2"/>
              </a:rPr>
              <a:t>doi.org/10.7202/004895ar</a:t>
            </a:r>
            <a:r>
              <a:rPr lang="fr-FR" sz="1800" dirty="0" smtClean="0"/>
              <a:t>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2000" dirty="0" smtClean="0"/>
              <a:t>Valeurs morale mènent à l’obligation   /  Normes morales nous indiquent les valeurs morales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8956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La priorité aux valeurs ou au droit ?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Utilitarisme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 smtClean="0"/>
              <a:t>La valeur (l’utilité) fonde le devoir morale.</a:t>
            </a:r>
          </a:p>
          <a:p>
            <a:endParaRPr lang="fr-CA" dirty="0"/>
          </a:p>
          <a:p>
            <a:r>
              <a:rPr lang="fr-CA" dirty="0" smtClean="0"/>
              <a:t>On infère </a:t>
            </a:r>
            <a:r>
              <a:rPr lang="fr-FR" dirty="0" smtClean="0"/>
              <a:t>« dois faire » </a:t>
            </a:r>
            <a:r>
              <a:rPr lang="fr-FR" dirty="0"/>
              <a:t>de </a:t>
            </a:r>
            <a:r>
              <a:rPr lang="fr-FR" dirty="0" smtClean="0"/>
              <a:t>« est </a:t>
            </a:r>
            <a:r>
              <a:rPr lang="fr-FR" dirty="0"/>
              <a:t>bon </a:t>
            </a:r>
            <a:r>
              <a:rPr lang="fr-FR" dirty="0" smtClean="0"/>
              <a:t>».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 err="1" smtClean="0"/>
              <a:t>Déontologisme</a:t>
            </a:r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CA" dirty="0" smtClean="0"/>
              <a:t>L’obligation morale fonde la valeur.</a:t>
            </a:r>
          </a:p>
          <a:p>
            <a:endParaRPr lang="fr-CA" dirty="0"/>
          </a:p>
          <a:p>
            <a:r>
              <a:rPr lang="fr-CA" dirty="0" smtClean="0"/>
              <a:t>On tire </a:t>
            </a:r>
            <a:r>
              <a:rPr lang="fr-FR" dirty="0" smtClean="0"/>
              <a:t>« est </a:t>
            </a:r>
            <a:r>
              <a:rPr lang="fr-FR" dirty="0"/>
              <a:t>bon </a:t>
            </a:r>
            <a:r>
              <a:rPr lang="fr-FR" dirty="0" smtClean="0"/>
              <a:t>» de « dois faire ».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4840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ondeur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TM04033923[[fn=Profondeur]]</Template>
  <TotalTime>1172</TotalTime>
  <Words>1035</Words>
  <Application>Microsoft Office PowerPoint</Application>
  <PresentationFormat>Grand écran</PresentationFormat>
  <Paragraphs>128</Paragraphs>
  <Slides>27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Corbel</vt:lpstr>
      <vt:lpstr>Profondeur</vt:lpstr>
      <vt:lpstr>L’utilitarisme</vt:lpstr>
      <vt:lpstr>Retour sur l’exercice</vt:lpstr>
      <vt:lpstr>Question 1</vt:lpstr>
      <vt:lpstr>Question 2</vt:lpstr>
      <vt:lpstr>Question 2</vt:lpstr>
      <vt:lpstr>Question 2</vt:lpstr>
      <vt:lpstr>Question 2 </vt:lpstr>
      <vt:lpstr>Question 2</vt:lpstr>
      <vt:lpstr>Question 3</vt:lpstr>
      <vt:lpstr>Question 3</vt:lpstr>
      <vt:lpstr>Question 4</vt:lpstr>
      <vt:lpstr>Question 5</vt:lpstr>
      <vt:lpstr>Question 6</vt:lpstr>
      <vt:lpstr>L’utilitarisme ou le conséquentialisme</vt:lpstr>
      <vt:lpstr>1. Principe de l’utilitarisme</vt:lpstr>
      <vt:lpstr>Présentation PowerPoint</vt:lpstr>
      <vt:lpstr>Le plaisir et la douleur comme base de la morale</vt:lpstr>
      <vt:lpstr>Définition du principe utilitariste</vt:lpstr>
      <vt:lpstr>Présentation PowerPoint</vt:lpstr>
      <vt:lpstr>L’utile = l’agréable</vt:lpstr>
      <vt:lpstr>Thèse</vt:lpstr>
      <vt:lpstr>Dimension collective</vt:lpstr>
      <vt:lpstr>La procédure à suivre pour distinguer le bien du mal</vt:lpstr>
      <vt:lpstr>Application de la théorie utilitariste</vt:lpstr>
      <vt:lpstr>Exemple du médecin qui doit choisir entre laisser mourir son patient ou opérer sur lui illégalement</vt:lpstr>
      <vt:lpstr>Contraste avec la théorie déontologique</vt:lpstr>
      <vt:lpstr>La priorité aux valeurs ou au droit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L’utilitarisme</dc:title>
  <dc:creator>Alex Gagnon</dc:creator>
  <cp:lastModifiedBy>Antoine Néron</cp:lastModifiedBy>
  <cp:revision>34</cp:revision>
  <dcterms:created xsi:type="dcterms:W3CDTF">2021-10-21T19:40:22Z</dcterms:created>
  <dcterms:modified xsi:type="dcterms:W3CDTF">2022-10-24T20:43:58Z</dcterms:modified>
</cp:coreProperties>
</file>