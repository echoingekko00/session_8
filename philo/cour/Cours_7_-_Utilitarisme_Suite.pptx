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notesMasterIdLst>
    <p:notesMasterId r:id="rId33"/>
  </p:notesMasterIdLst>
  <p:handoutMasterIdLst>
    <p:handoutMasterId r:id="rId34"/>
  </p:handoutMasterIdLst>
  <p:sldIdLst>
    <p:sldId id="257" r:id="rId2"/>
    <p:sldId id="262" r:id="rId3"/>
    <p:sldId id="266" r:id="rId4"/>
    <p:sldId id="282" r:id="rId5"/>
    <p:sldId id="264" r:id="rId6"/>
    <p:sldId id="267" r:id="rId7"/>
    <p:sldId id="265" r:id="rId8"/>
    <p:sldId id="287" r:id="rId9"/>
    <p:sldId id="273" r:id="rId10"/>
    <p:sldId id="288" r:id="rId11"/>
    <p:sldId id="286" r:id="rId12"/>
    <p:sldId id="290" r:id="rId13"/>
    <p:sldId id="283" r:id="rId14"/>
    <p:sldId id="291" r:id="rId15"/>
    <p:sldId id="258" r:id="rId16"/>
    <p:sldId id="269" r:id="rId17"/>
    <p:sldId id="259" r:id="rId18"/>
    <p:sldId id="277" r:id="rId19"/>
    <p:sldId id="278" r:id="rId20"/>
    <p:sldId id="280" r:id="rId21"/>
    <p:sldId id="279" r:id="rId22"/>
    <p:sldId id="272" r:id="rId23"/>
    <p:sldId id="271" r:id="rId24"/>
    <p:sldId id="284" r:id="rId25"/>
    <p:sldId id="260" r:id="rId26"/>
    <p:sldId id="274" r:id="rId27"/>
    <p:sldId id="275" r:id="rId28"/>
    <p:sldId id="285" r:id="rId29"/>
    <p:sldId id="270" r:id="rId30"/>
    <p:sldId id="281" r:id="rId31"/>
    <p:sldId id="263" r:id="rId3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A8B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DB4420-D83C-40FA-8C75-D04D5B899DAB}" v="1" dt="2022-02-20T20:31:36.944"/>
    <p1510:client id="{D5A43428-A8F9-4B3E-9892-B8E038E06BC9}" v="3" dt="2022-02-20T21:20:02.4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p:scale>
          <a:sx n="67" d="100"/>
          <a:sy n="67" d="100"/>
        </p:scale>
        <p:origin x="610" y="36"/>
      </p:cViewPr>
      <p:guideLst/>
    </p:cSldViewPr>
  </p:slideViewPr>
  <p:notesTextViewPr>
    <p:cViewPr>
      <p:scale>
        <a:sx n="1" d="1"/>
        <a:sy n="1" d="1"/>
      </p:scale>
      <p:origin x="0" y="0"/>
    </p:cViewPr>
  </p:notesTextViewPr>
  <p:notesViewPr>
    <p:cSldViewPr snapToGrid="0">
      <p:cViewPr varScale="1">
        <p:scale>
          <a:sx n="120" d="100"/>
          <a:sy n="120" d="100"/>
        </p:scale>
        <p:origin x="5040"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Gagnon" userId="c18baaaccbf5293e" providerId="LiveId" clId="{7E05025A-CB40-44B4-922A-8E1EF92AD5AB}"/>
    <pc:docChg chg="undo redo custSel addSld delSld modSld sldOrd">
      <pc:chgData name="Alex Gagnon" userId="c18baaaccbf5293e" providerId="LiveId" clId="{7E05025A-CB40-44B4-922A-8E1EF92AD5AB}" dt="2021-11-04T23:30:09.620" v="4699" actId="20577"/>
      <pc:docMkLst>
        <pc:docMk/>
      </pc:docMkLst>
      <pc:sldChg chg="addSp delSp modSp mod addAnim delDesignElem">
        <pc:chgData name="Alex Gagnon" userId="c18baaaccbf5293e" providerId="LiveId" clId="{7E05025A-CB40-44B4-922A-8E1EF92AD5AB}" dt="2021-10-29T00:18:26.814" v="612"/>
        <pc:sldMkLst>
          <pc:docMk/>
          <pc:sldMk cId="4043737824" sldId="257"/>
        </pc:sldMkLst>
        <pc:spChg chg="mod">
          <ac:chgData name="Alex Gagnon" userId="c18baaaccbf5293e" providerId="LiveId" clId="{7E05025A-CB40-44B4-922A-8E1EF92AD5AB}" dt="2021-10-29T00:17:53.999" v="604" actId="26606"/>
          <ac:spMkLst>
            <pc:docMk/>
            <pc:sldMk cId="4043737824" sldId="257"/>
            <ac:spMk id="2" creationId="{78FD68DA-43BA-4508-8DE2-BA9BB7B2FA5B}"/>
          </ac:spMkLst>
        </pc:spChg>
        <pc:spChg chg="mod">
          <ac:chgData name="Alex Gagnon" userId="c18baaaccbf5293e" providerId="LiveId" clId="{7E05025A-CB40-44B4-922A-8E1EF92AD5AB}" dt="2021-10-29T00:17:53.999" v="604" actId="26606"/>
          <ac:spMkLst>
            <pc:docMk/>
            <pc:sldMk cId="4043737824" sldId="257"/>
            <ac:spMk id="3" creationId="{A8E9CFF2-3777-4FF4-A759-8491175B0B7C}"/>
          </ac:spMkLst>
        </pc:spChg>
        <pc:spChg chg="add del">
          <ac:chgData name="Alex Gagnon" userId="c18baaaccbf5293e" providerId="LiveId" clId="{7E05025A-CB40-44B4-922A-8E1EF92AD5AB}" dt="2021-10-29T00:18:26.814" v="610" actId="26606"/>
          <ac:spMkLst>
            <pc:docMk/>
            <pc:sldMk cId="4043737824" sldId="257"/>
            <ac:spMk id="8" creationId="{A540FAC9-3505-49ED-9B06-A0F8C1485394}"/>
          </ac:spMkLst>
        </pc:spChg>
        <pc:spChg chg="add del">
          <ac:chgData name="Alex Gagnon" userId="c18baaaccbf5293e" providerId="LiveId" clId="{7E05025A-CB40-44B4-922A-8E1EF92AD5AB}" dt="2021-10-29T00:18:26.814" v="610" actId="26606"/>
          <ac:spMkLst>
            <pc:docMk/>
            <pc:sldMk cId="4043737824" sldId="257"/>
            <ac:spMk id="10" creationId="{9879B3CD-E329-42F5-B136-BA1F37EC0532}"/>
          </ac:spMkLst>
        </pc:spChg>
        <pc:spChg chg="add del">
          <ac:chgData name="Alex Gagnon" userId="c18baaaccbf5293e" providerId="LiveId" clId="{7E05025A-CB40-44B4-922A-8E1EF92AD5AB}" dt="2021-10-29T00:18:26.814" v="610" actId="26606"/>
          <ac:spMkLst>
            <pc:docMk/>
            <pc:sldMk cId="4043737824" sldId="257"/>
            <ac:spMk id="14" creationId="{EA0B4097-B645-43E0-A2B5-B8D688E74592}"/>
          </ac:spMkLst>
        </pc:spChg>
        <pc:spChg chg="add">
          <ac:chgData name="Alex Gagnon" userId="c18baaaccbf5293e" providerId="LiveId" clId="{7E05025A-CB40-44B4-922A-8E1EF92AD5AB}" dt="2021-10-29T00:18:26.814" v="610" actId="26606"/>
          <ac:spMkLst>
            <pc:docMk/>
            <pc:sldMk cId="4043737824" sldId="257"/>
            <ac:spMk id="19" creationId="{A540FAC9-3505-49ED-9B06-A0F8C1485394}"/>
          </ac:spMkLst>
        </pc:spChg>
        <pc:spChg chg="add">
          <ac:chgData name="Alex Gagnon" userId="c18baaaccbf5293e" providerId="LiveId" clId="{7E05025A-CB40-44B4-922A-8E1EF92AD5AB}" dt="2021-10-29T00:18:26.814" v="610" actId="26606"/>
          <ac:spMkLst>
            <pc:docMk/>
            <pc:sldMk cId="4043737824" sldId="257"/>
            <ac:spMk id="21" creationId="{9879B3CD-E329-42F5-B136-BA1F37EC0532}"/>
          </ac:spMkLst>
        </pc:spChg>
        <pc:spChg chg="del">
          <ac:chgData name="Alex Gagnon" userId="c18baaaccbf5293e" providerId="LiveId" clId="{7E05025A-CB40-44B4-922A-8E1EF92AD5AB}" dt="2021-10-29T00:17:43.514" v="603"/>
          <ac:spMkLst>
            <pc:docMk/>
            <pc:sldMk cId="4043737824" sldId="257"/>
            <ac:spMk id="22" creationId="{A9286AD2-18A9-4868-A4E3-7A2097A20810}"/>
          </ac:spMkLst>
        </pc:spChg>
        <pc:spChg chg="add">
          <ac:chgData name="Alex Gagnon" userId="c18baaaccbf5293e" providerId="LiveId" clId="{7E05025A-CB40-44B4-922A-8E1EF92AD5AB}" dt="2021-10-29T00:18:26.814" v="610" actId="26606"/>
          <ac:spMkLst>
            <pc:docMk/>
            <pc:sldMk cId="4043737824" sldId="257"/>
            <ac:spMk id="25" creationId="{EA0B4097-B645-43E0-A2B5-B8D688E74592}"/>
          </ac:spMkLst>
        </pc:spChg>
        <pc:cxnChg chg="add del">
          <ac:chgData name="Alex Gagnon" userId="c18baaaccbf5293e" providerId="LiveId" clId="{7E05025A-CB40-44B4-922A-8E1EF92AD5AB}" dt="2021-10-29T00:18:26.814" v="610" actId="26606"/>
          <ac:cxnSpMkLst>
            <pc:docMk/>
            <pc:sldMk cId="4043737824" sldId="257"/>
            <ac:cxnSpMk id="12" creationId="{51B042EF-3024-4C57-B282-1B30607FB7C7}"/>
          </ac:cxnSpMkLst>
        </pc:cxnChg>
        <pc:cxnChg chg="add">
          <ac:chgData name="Alex Gagnon" userId="c18baaaccbf5293e" providerId="LiveId" clId="{7E05025A-CB40-44B4-922A-8E1EF92AD5AB}" dt="2021-10-29T00:18:26.814" v="610" actId="26606"/>
          <ac:cxnSpMkLst>
            <pc:docMk/>
            <pc:sldMk cId="4043737824" sldId="257"/>
            <ac:cxnSpMk id="23" creationId="{51B042EF-3024-4C57-B282-1B30607FB7C7}"/>
          </ac:cxnSpMkLst>
        </pc:cxnChg>
        <pc:cxnChg chg="del">
          <ac:chgData name="Alex Gagnon" userId="c18baaaccbf5293e" providerId="LiveId" clId="{7E05025A-CB40-44B4-922A-8E1EF92AD5AB}" dt="2021-10-29T00:17:43.514" v="603"/>
          <ac:cxnSpMkLst>
            <pc:docMk/>
            <pc:sldMk cId="4043737824" sldId="257"/>
            <ac:cxnSpMk id="24" creationId="{E7A7CD63-7EC3-44F3-95D0-595C4019FF24}"/>
          </ac:cxnSpMkLst>
        </pc:cxnChg>
      </pc:sldChg>
      <pc:sldChg chg="modSp">
        <pc:chgData name="Alex Gagnon" userId="c18baaaccbf5293e" providerId="LiveId" clId="{7E05025A-CB40-44B4-922A-8E1EF92AD5AB}" dt="2021-10-29T00:17:43.514" v="603"/>
        <pc:sldMkLst>
          <pc:docMk/>
          <pc:sldMk cId="1251363291" sldId="258"/>
        </pc:sldMkLst>
        <pc:spChg chg="mod">
          <ac:chgData name="Alex Gagnon" userId="c18baaaccbf5293e" providerId="LiveId" clId="{7E05025A-CB40-44B4-922A-8E1EF92AD5AB}" dt="2021-10-29T00:17:43.514" v="603"/>
          <ac:spMkLst>
            <pc:docMk/>
            <pc:sldMk cId="1251363291" sldId="258"/>
            <ac:spMk id="2" creationId="{8710CA96-2B69-4D68-94DA-39AB7A815D9C}"/>
          </ac:spMkLst>
        </pc:spChg>
      </pc:sldChg>
      <pc:sldChg chg="addSp delSp modSp mod setBg">
        <pc:chgData name="Alex Gagnon" userId="c18baaaccbf5293e" providerId="LiveId" clId="{7E05025A-CB40-44B4-922A-8E1EF92AD5AB}" dt="2021-10-29T00:55:28.730" v="1772" actId="20577"/>
        <pc:sldMkLst>
          <pc:docMk/>
          <pc:sldMk cId="2558885394" sldId="259"/>
        </pc:sldMkLst>
        <pc:spChg chg="mod">
          <ac:chgData name="Alex Gagnon" userId="c18baaaccbf5293e" providerId="LiveId" clId="{7E05025A-CB40-44B4-922A-8E1EF92AD5AB}" dt="2021-10-29T00:55:28.730" v="1772" actId="20577"/>
          <ac:spMkLst>
            <pc:docMk/>
            <pc:sldMk cId="2558885394" sldId="259"/>
            <ac:spMk id="2" creationId="{600B6BB7-B472-4A46-8102-A35B61ABFE0C}"/>
          </ac:spMkLst>
        </pc:spChg>
        <pc:spChg chg="del mod">
          <ac:chgData name="Alex Gagnon" userId="c18baaaccbf5293e" providerId="LiveId" clId="{7E05025A-CB40-44B4-922A-8E1EF92AD5AB}" dt="2021-10-29T00:18:13.702" v="606" actId="478"/>
          <ac:spMkLst>
            <pc:docMk/>
            <pc:sldMk cId="2558885394" sldId="259"/>
            <ac:spMk id="4" creationId="{878E15D2-0664-48EA-A4F4-5BBF200689CE}"/>
          </ac:spMkLst>
        </pc:spChg>
        <pc:spChg chg="add">
          <ac:chgData name="Alex Gagnon" userId="c18baaaccbf5293e" providerId="LiveId" clId="{7E05025A-CB40-44B4-922A-8E1EF92AD5AB}" dt="2021-10-29T00:34:51.131" v="1107" actId="26606"/>
          <ac:spMkLst>
            <pc:docMk/>
            <pc:sldMk cId="2558885394" sldId="259"/>
            <ac:spMk id="11" creationId="{3A8EC506-B1DA-46A1-B44D-774E68468E13}"/>
          </ac:spMkLst>
        </pc:spChg>
        <pc:spChg chg="add">
          <ac:chgData name="Alex Gagnon" userId="c18baaaccbf5293e" providerId="LiveId" clId="{7E05025A-CB40-44B4-922A-8E1EF92AD5AB}" dt="2021-10-29T00:34:51.131" v="1107" actId="26606"/>
          <ac:spMkLst>
            <pc:docMk/>
            <pc:sldMk cId="2558885394" sldId="259"/>
            <ac:spMk id="13" creationId="{BFF30785-305E-45D7-984F-5AA93D3CA561}"/>
          </ac:spMkLst>
        </pc:spChg>
        <pc:spChg chg="add">
          <ac:chgData name="Alex Gagnon" userId="c18baaaccbf5293e" providerId="LiveId" clId="{7E05025A-CB40-44B4-922A-8E1EF92AD5AB}" dt="2021-10-29T00:34:51.131" v="1107" actId="26606"/>
          <ac:spMkLst>
            <pc:docMk/>
            <pc:sldMk cId="2558885394" sldId="259"/>
            <ac:spMk id="17" creationId="{CA73784B-AC76-4BAD-93AF-C72D0EDFD715}"/>
          </ac:spMkLst>
        </pc:spChg>
        <pc:picChg chg="add mod">
          <ac:chgData name="Alex Gagnon" userId="c18baaaccbf5293e" providerId="LiveId" clId="{7E05025A-CB40-44B4-922A-8E1EF92AD5AB}" dt="2021-10-29T00:34:56.171" v="1108" actId="1076"/>
          <ac:picMkLst>
            <pc:docMk/>
            <pc:sldMk cId="2558885394" sldId="259"/>
            <ac:picMk id="6" creationId="{0195A47F-FCC3-45F9-B45B-E18F22487B8B}"/>
          </ac:picMkLst>
        </pc:picChg>
        <pc:cxnChg chg="add">
          <ac:chgData name="Alex Gagnon" userId="c18baaaccbf5293e" providerId="LiveId" clId="{7E05025A-CB40-44B4-922A-8E1EF92AD5AB}" dt="2021-10-29T00:34:51.131" v="1107" actId="26606"/>
          <ac:cxnSpMkLst>
            <pc:docMk/>
            <pc:sldMk cId="2558885394" sldId="259"/>
            <ac:cxnSpMk id="15" creationId="{15E01FA5-D766-43CA-A83D-E7CF3F04E96F}"/>
          </ac:cxnSpMkLst>
        </pc:cxnChg>
        <pc:cxnChg chg="add">
          <ac:chgData name="Alex Gagnon" userId="c18baaaccbf5293e" providerId="LiveId" clId="{7E05025A-CB40-44B4-922A-8E1EF92AD5AB}" dt="2021-10-29T00:34:51.131" v="1107" actId="26606"/>
          <ac:cxnSpMkLst>
            <pc:docMk/>
            <pc:sldMk cId="2558885394" sldId="259"/>
            <ac:cxnSpMk id="19" creationId="{811DCF04-0C7C-44FC-8246-FC8D736B1A71}"/>
          </ac:cxnSpMkLst>
        </pc:cxnChg>
      </pc:sldChg>
      <pc:sldChg chg="addSp delSp modSp mod setBg">
        <pc:chgData name="Alex Gagnon" userId="c18baaaccbf5293e" providerId="LiveId" clId="{7E05025A-CB40-44B4-922A-8E1EF92AD5AB}" dt="2021-10-29T02:39:09.847" v="4408" actId="26606"/>
        <pc:sldMkLst>
          <pc:docMk/>
          <pc:sldMk cId="742398503" sldId="260"/>
        </pc:sldMkLst>
        <pc:spChg chg="mod">
          <ac:chgData name="Alex Gagnon" userId="c18baaaccbf5293e" providerId="LiveId" clId="{7E05025A-CB40-44B4-922A-8E1EF92AD5AB}" dt="2021-10-29T02:39:09.847" v="4408" actId="26606"/>
          <ac:spMkLst>
            <pc:docMk/>
            <pc:sldMk cId="742398503" sldId="260"/>
            <ac:spMk id="2" creationId="{1745EE68-9531-45C3-95D6-62593FCD0C9F}"/>
          </ac:spMkLst>
        </pc:spChg>
        <pc:spChg chg="del mod">
          <ac:chgData name="Alex Gagnon" userId="c18baaaccbf5293e" providerId="LiveId" clId="{7E05025A-CB40-44B4-922A-8E1EF92AD5AB}" dt="2021-10-29T00:18:19.390" v="608" actId="478"/>
          <ac:spMkLst>
            <pc:docMk/>
            <pc:sldMk cId="742398503" sldId="260"/>
            <ac:spMk id="4" creationId="{0222879A-374E-47CA-9A8F-BB200B8AC0E5}"/>
          </ac:spMkLst>
        </pc:spChg>
        <pc:spChg chg="add">
          <ac:chgData name="Alex Gagnon" userId="c18baaaccbf5293e" providerId="LiveId" clId="{7E05025A-CB40-44B4-922A-8E1EF92AD5AB}" dt="2021-10-29T02:39:09.847" v="4408" actId="26606"/>
          <ac:spMkLst>
            <pc:docMk/>
            <pc:sldMk cId="742398503" sldId="260"/>
            <ac:spMk id="8" creationId="{8CD2B798-7994-4548-A2BE-4AEF9C1A5FAE}"/>
          </ac:spMkLst>
        </pc:spChg>
        <pc:spChg chg="add">
          <ac:chgData name="Alex Gagnon" userId="c18baaaccbf5293e" providerId="LiveId" clId="{7E05025A-CB40-44B4-922A-8E1EF92AD5AB}" dt="2021-10-29T02:39:09.847" v="4408" actId="26606"/>
          <ac:spMkLst>
            <pc:docMk/>
            <pc:sldMk cId="742398503" sldId="260"/>
            <ac:spMk id="10" creationId="{E6162320-3B67-42BB-AF9D-939326E6489E}"/>
          </ac:spMkLst>
        </pc:spChg>
        <pc:spChg chg="add">
          <ac:chgData name="Alex Gagnon" userId="c18baaaccbf5293e" providerId="LiveId" clId="{7E05025A-CB40-44B4-922A-8E1EF92AD5AB}" dt="2021-10-29T02:39:09.847" v="4408" actId="26606"/>
          <ac:spMkLst>
            <pc:docMk/>
            <pc:sldMk cId="742398503" sldId="260"/>
            <ac:spMk id="14" creationId="{2FDF0794-1B86-42B2-B8C7-F60123E638ED}"/>
          </ac:spMkLst>
        </pc:spChg>
        <pc:spChg chg="add">
          <ac:chgData name="Alex Gagnon" userId="c18baaaccbf5293e" providerId="LiveId" clId="{7E05025A-CB40-44B4-922A-8E1EF92AD5AB}" dt="2021-10-29T02:39:09.847" v="4408" actId="26606"/>
          <ac:spMkLst>
            <pc:docMk/>
            <pc:sldMk cId="742398503" sldId="260"/>
            <ac:spMk id="16" creationId="{EAA48FC5-3C83-4F1B-BC33-DF0B588F8317}"/>
          </ac:spMkLst>
        </pc:spChg>
        <pc:picChg chg="add">
          <ac:chgData name="Alex Gagnon" userId="c18baaaccbf5293e" providerId="LiveId" clId="{7E05025A-CB40-44B4-922A-8E1EF92AD5AB}" dt="2021-10-29T02:39:09.847" v="4408" actId="26606"/>
          <ac:picMkLst>
            <pc:docMk/>
            <pc:sldMk cId="742398503" sldId="260"/>
            <ac:picMk id="5" creationId="{85B62864-9442-4BFE-8C9F-4D6B930693E9}"/>
          </ac:picMkLst>
        </pc:picChg>
        <pc:cxnChg chg="add">
          <ac:chgData name="Alex Gagnon" userId="c18baaaccbf5293e" providerId="LiveId" clId="{7E05025A-CB40-44B4-922A-8E1EF92AD5AB}" dt="2021-10-29T02:39:09.847" v="4408" actId="26606"/>
          <ac:cxnSpMkLst>
            <pc:docMk/>
            <pc:sldMk cId="742398503" sldId="260"/>
            <ac:cxnSpMk id="12" creationId="{6722E143-84C1-4F95-937C-78B92D2811CF}"/>
          </ac:cxnSpMkLst>
        </pc:cxnChg>
        <pc:cxnChg chg="add">
          <ac:chgData name="Alex Gagnon" userId="c18baaaccbf5293e" providerId="LiveId" clId="{7E05025A-CB40-44B4-922A-8E1EF92AD5AB}" dt="2021-10-29T02:39:09.847" v="4408" actId="26606"/>
          <ac:cxnSpMkLst>
            <pc:docMk/>
            <pc:sldMk cId="742398503" sldId="260"/>
            <ac:cxnSpMk id="18" creationId="{62F01714-1A39-4194-BD47-8A9960C59985}"/>
          </ac:cxnSpMkLst>
        </pc:cxnChg>
      </pc:sldChg>
      <pc:sldChg chg="delSp modSp del mod ord">
        <pc:chgData name="Alex Gagnon" userId="c18baaaccbf5293e" providerId="LiveId" clId="{7E05025A-CB40-44B4-922A-8E1EF92AD5AB}" dt="2021-10-29T01:23:23.444" v="2399" actId="47"/>
        <pc:sldMkLst>
          <pc:docMk/>
          <pc:sldMk cId="596136080" sldId="261"/>
        </pc:sldMkLst>
        <pc:spChg chg="mod">
          <ac:chgData name="Alex Gagnon" userId="c18baaaccbf5293e" providerId="LiveId" clId="{7E05025A-CB40-44B4-922A-8E1EF92AD5AB}" dt="2021-10-29T00:17:43.514" v="603"/>
          <ac:spMkLst>
            <pc:docMk/>
            <pc:sldMk cId="596136080" sldId="261"/>
            <ac:spMk id="2" creationId="{62DD8398-6269-492F-9A88-71CA9E69288D}"/>
          </ac:spMkLst>
        </pc:spChg>
        <pc:spChg chg="mod">
          <ac:chgData name="Alex Gagnon" userId="c18baaaccbf5293e" providerId="LiveId" clId="{7E05025A-CB40-44B4-922A-8E1EF92AD5AB}" dt="2021-10-29T00:17:43.514" v="603"/>
          <ac:spMkLst>
            <pc:docMk/>
            <pc:sldMk cId="596136080" sldId="261"/>
            <ac:spMk id="3" creationId="{0AA341B9-B815-4F1D-9A8D-42C5E96ADBBF}"/>
          </ac:spMkLst>
        </pc:spChg>
        <pc:spChg chg="del mod">
          <ac:chgData name="Alex Gagnon" userId="c18baaaccbf5293e" providerId="LiveId" clId="{7E05025A-CB40-44B4-922A-8E1EF92AD5AB}" dt="2021-10-29T00:18:16.748" v="607" actId="478"/>
          <ac:spMkLst>
            <pc:docMk/>
            <pc:sldMk cId="596136080" sldId="261"/>
            <ac:spMk id="4" creationId="{C0F0D5ED-E2C9-4DD0-8735-AAA3F3E2F52A}"/>
          </ac:spMkLst>
        </pc:spChg>
      </pc:sldChg>
      <pc:sldChg chg="delSp modSp new mod">
        <pc:chgData name="Alex Gagnon" userId="c18baaaccbf5293e" providerId="LiveId" clId="{7E05025A-CB40-44B4-922A-8E1EF92AD5AB}" dt="2021-10-29T00:18:05.269" v="605" actId="255"/>
        <pc:sldMkLst>
          <pc:docMk/>
          <pc:sldMk cId="6172742" sldId="262"/>
        </pc:sldMkLst>
        <pc:spChg chg="mod">
          <ac:chgData name="Alex Gagnon" userId="c18baaaccbf5293e" providerId="LiveId" clId="{7E05025A-CB40-44B4-922A-8E1EF92AD5AB}" dt="2021-10-29T00:17:43.514" v="603"/>
          <ac:spMkLst>
            <pc:docMk/>
            <pc:sldMk cId="6172742" sldId="262"/>
            <ac:spMk id="2" creationId="{6DAAA728-F8E8-45A3-8E0D-D920162C004E}"/>
          </ac:spMkLst>
        </pc:spChg>
        <pc:spChg chg="mod">
          <ac:chgData name="Alex Gagnon" userId="c18baaaccbf5293e" providerId="LiveId" clId="{7E05025A-CB40-44B4-922A-8E1EF92AD5AB}" dt="2021-10-29T00:18:05.269" v="605" actId="255"/>
          <ac:spMkLst>
            <pc:docMk/>
            <pc:sldMk cId="6172742" sldId="262"/>
            <ac:spMk id="3" creationId="{214BAA57-4E26-42E6-8698-1B0BD8EE5B40}"/>
          </ac:spMkLst>
        </pc:spChg>
        <pc:spChg chg="del mod">
          <ac:chgData name="Alex Gagnon" userId="c18baaaccbf5293e" providerId="LiveId" clId="{7E05025A-CB40-44B4-922A-8E1EF92AD5AB}" dt="2021-10-29T00:17:31.294" v="601" actId="478"/>
          <ac:spMkLst>
            <pc:docMk/>
            <pc:sldMk cId="6172742" sldId="262"/>
            <ac:spMk id="4" creationId="{C3951045-2735-4554-9930-43DE10A01AB3}"/>
          </ac:spMkLst>
        </pc:spChg>
      </pc:sldChg>
      <pc:sldChg chg="addSp delSp modSp new mod setBg addAnim">
        <pc:chgData name="Alex Gagnon" userId="c18baaaccbf5293e" providerId="LiveId" clId="{7E05025A-CB40-44B4-922A-8E1EF92AD5AB}" dt="2021-10-29T00:34:09.037" v="1104"/>
        <pc:sldMkLst>
          <pc:docMk/>
          <pc:sldMk cId="781940249" sldId="263"/>
        </pc:sldMkLst>
        <pc:spChg chg="mod">
          <ac:chgData name="Alex Gagnon" userId="c18baaaccbf5293e" providerId="LiveId" clId="{7E05025A-CB40-44B4-922A-8E1EF92AD5AB}" dt="2021-10-29T00:34:09.037" v="1103" actId="26606"/>
          <ac:spMkLst>
            <pc:docMk/>
            <pc:sldMk cId="781940249" sldId="263"/>
            <ac:spMk id="2" creationId="{20F2F945-CA02-48E3-843C-222D13C1136F}"/>
          </ac:spMkLst>
        </pc:spChg>
        <pc:spChg chg="del mod">
          <ac:chgData name="Alex Gagnon" userId="c18baaaccbf5293e" providerId="LiveId" clId="{7E05025A-CB40-44B4-922A-8E1EF92AD5AB}" dt="2021-10-29T00:34:01.669" v="1102" actId="478"/>
          <ac:spMkLst>
            <pc:docMk/>
            <pc:sldMk cId="781940249" sldId="263"/>
            <ac:spMk id="3" creationId="{90E96A1D-D06F-4309-AED2-345961E3DECA}"/>
          </ac:spMkLst>
        </pc:spChg>
        <pc:spChg chg="del mod">
          <ac:chgData name="Alex Gagnon" userId="c18baaaccbf5293e" providerId="LiveId" clId="{7E05025A-CB40-44B4-922A-8E1EF92AD5AB}" dt="2021-10-29T00:18:21.995" v="609" actId="478"/>
          <ac:spMkLst>
            <pc:docMk/>
            <pc:sldMk cId="781940249" sldId="263"/>
            <ac:spMk id="4" creationId="{C498F68F-06BA-4A1E-9D38-7905B171361E}"/>
          </ac:spMkLst>
        </pc:spChg>
        <pc:spChg chg="add">
          <ac:chgData name="Alex Gagnon" userId="c18baaaccbf5293e" providerId="LiveId" clId="{7E05025A-CB40-44B4-922A-8E1EF92AD5AB}" dt="2021-10-29T00:34:09.037" v="1103" actId="26606"/>
          <ac:spMkLst>
            <pc:docMk/>
            <pc:sldMk cId="781940249" sldId="263"/>
            <ac:spMk id="7" creationId="{BE194971-2F2D-44B0-8AE6-FF2DCCEE0A96}"/>
          </ac:spMkLst>
        </pc:spChg>
        <pc:spChg chg="add">
          <ac:chgData name="Alex Gagnon" userId="c18baaaccbf5293e" providerId="LiveId" clId="{7E05025A-CB40-44B4-922A-8E1EF92AD5AB}" dt="2021-10-29T00:34:09.037" v="1103" actId="26606"/>
          <ac:spMkLst>
            <pc:docMk/>
            <pc:sldMk cId="781940249" sldId="263"/>
            <ac:spMk id="9" creationId="{1FF9A61E-EB11-4C46-82E1-3E00A3B4B4D6}"/>
          </ac:spMkLst>
        </pc:spChg>
        <pc:spChg chg="add">
          <ac:chgData name="Alex Gagnon" userId="c18baaaccbf5293e" providerId="LiveId" clId="{7E05025A-CB40-44B4-922A-8E1EF92AD5AB}" dt="2021-10-29T00:34:09.037" v="1103" actId="26606"/>
          <ac:spMkLst>
            <pc:docMk/>
            <pc:sldMk cId="781940249" sldId="263"/>
            <ac:spMk id="13" creationId="{62AE8E50-35D4-4D5A-A4BB-168CBB027DA2}"/>
          </ac:spMkLst>
        </pc:spChg>
        <pc:spChg chg="add">
          <ac:chgData name="Alex Gagnon" userId="c18baaaccbf5293e" providerId="LiveId" clId="{7E05025A-CB40-44B4-922A-8E1EF92AD5AB}" dt="2021-10-29T00:34:09.037" v="1103" actId="26606"/>
          <ac:spMkLst>
            <pc:docMk/>
            <pc:sldMk cId="781940249" sldId="263"/>
            <ac:spMk id="15" creationId="{C37D1D6D-17D8-4296-B000-665D1892D01E}"/>
          </ac:spMkLst>
        </pc:spChg>
        <pc:spChg chg="add">
          <ac:chgData name="Alex Gagnon" userId="c18baaaccbf5293e" providerId="LiveId" clId="{7E05025A-CB40-44B4-922A-8E1EF92AD5AB}" dt="2021-10-29T00:34:09.037" v="1103" actId="26606"/>
          <ac:spMkLst>
            <pc:docMk/>
            <pc:sldMk cId="781940249" sldId="263"/>
            <ac:spMk id="17" creationId="{1B26E892-1320-40AA-9CA1-246721C18768}"/>
          </ac:spMkLst>
        </pc:spChg>
        <pc:spChg chg="add">
          <ac:chgData name="Alex Gagnon" userId="c18baaaccbf5293e" providerId="LiveId" clId="{7E05025A-CB40-44B4-922A-8E1EF92AD5AB}" dt="2021-10-29T00:34:09.037" v="1103" actId="26606"/>
          <ac:spMkLst>
            <pc:docMk/>
            <pc:sldMk cId="781940249" sldId="263"/>
            <ac:spMk id="21" creationId="{C170DF7D-4686-4BD5-A9CD-C8964928468D}"/>
          </ac:spMkLst>
        </pc:spChg>
        <pc:cxnChg chg="add">
          <ac:chgData name="Alex Gagnon" userId="c18baaaccbf5293e" providerId="LiveId" clId="{7E05025A-CB40-44B4-922A-8E1EF92AD5AB}" dt="2021-10-29T00:34:09.037" v="1103" actId="26606"/>
          <ac:cxnSpMkLst>
            <pc:docMk/>
            <pc:sldMk cId="781940249" sldId="263"/>
            <ac:cxnSpMk id="11" creationId="{5E564EB3-35F2-4EFF-87DC-642DC020526D}"/>
          </ac:cxnSpMkLst>
        </pc:cxnChg>
        <pc:cxnChg chg="add">
          <ac:chgData name="Alex Gagnon" userId="c18baaaccbf5293e" providerId="LiveId" clId="{7E05025A-CB40-44B4-922A-8E1EF92AD5AB}" dt="2021-10-29T00:34:09.037" v="1103" actId="26606"/>
          <ac:cxnSpMkLst>
            <pc:docMk/>
            <pc:sldMk cId="781940249" sldId="263"/>
            <ac:cxnSpMk id="19" creationId="{C9A1F79C-E4D1-4AAE-BA11-3A09005252E3}"/>
          </ac:cxnSpMkLst>
        </pc:cxnChg>
      </pc:sldChg>
      <pc:sldChg chg="addSp delSp modSp new mod setBg">
        <pc:chgData name="Alex Gagnon" userId="c18baaaccbf5293e" providerId="LiveId" clId="{7E05025A-CB40-44B4-922A-8E1EF92AD5AB}" dt="2021-10-29T02:07:53.985" v="3177" actId="26606"/>
        <pc:sldMkLst>
          <pc:docMk/>
          <pc:sldMk cId="2241003477" sldId="264"/>
        </pc:sldMkLst>
        <pc:spChg chg="mod">
          <ac:chgData name="Alex Gagnon" userId="c18baaaccbf5293e" providerId="LiveId" clId="{7E05025A-CB40-44B4-922A-8E1EF92AD5AB}" dt="2021-10-29T02:07:53.985" v="3177" actId="26606"/>
          <ac:spMkLst>
            <pc:docMk/>
            <pc:sldMk cId="2241003477" sldId="264"/>
            <ac:spMk id="2" creationId="{7E887149-074C-4062-858E-5A361758A05A}"/>
          </ac:spMkLst>
        </pc:spChg>
        <pc:spChg chg="add del mod">
          <ac:chgData name="Alex Gagnon" userId="c18baaaccbf5293e" providerId="LiveId" clId="{7E05025A-CB40-44B4-922A-8E1EF92AD5AB}" dt="2021-10-29T02:07:53.985" v="3177" actId="26606"/>
          <ac:spMkLst>
            <pc:docMk/>
            <pc:sldMk cId="2241003477" sldId="264"/>
            <ac:spMk id="3" creationId="{9363C38B-5F88-4851-A248-6459119DB46C}"/>
          </ac:spMkLst>
        </pc:spChg>
        <pc:spChg chg="del mod">
          <ac:chgData name="Alex Gagnon" userId="c18baaaccbf5293e" providerId="LiveId" clId="{7E05025A-CB40-44B4-922A-8E1EF92AD5AB}" dt="2021-10-29T00:17:28.810" v="600" actId="478"/>
          <ac:spMkLst>
            <pc:docMk/>
            <pc:sldMk cId="2241003477" sldId="264"/>
            <ac:spMk id="4" creationId="{CDDFFC42-D693-4971-B7F1-30A40C199D45}"/>
          </ac:spMkLst>
        </pc:spChg>
        <pc:spChg chg="add del">
          <ac:chgData name="Alex Gagnon" userId="c18baaaccbf5293e" providerId="LiveId" clId="{7E05025A-CB40-44B4-922A-8E1EF92AD5AB}" dt="2021-10-29T02:07:53.969" v="3176" actId="26606"/>
          <ac:spMkLst>
            <pc:docMk/>
            <pc:sldMk cId="2241003477" sldId="264"/>
            <ac:spMk id="9" creationId="{F7422F06-6017-4361-8872-E0E2CEB20B48}"/>
          </ac:spMkLst>
        </pc:spChg>
        <pc:graphicFrameChg chg="add del">
          <ac:chgData name="Alex Gagnon" userId="c18baaaccbf5293e" providerId="LiveId" clId="{7E05025A-CB40-44B4-922A-8E1EF92AD5AB}" dt="2021-10-29T02:07:53.969" v="3176" actId="26606"/>
          <ac:graphicFrameMkLst>
            <pc:docMk/>
            <pc:sldMk cId="2241003477" sldId="264"/>
            <ac:graphicFrameMk id="5" creationId="{1C4D677A-8648-404F-8EDF-845CA85DD794}"/>
          </ac:graphicFrameMkLst>
        </pc:graphicFrameChg>
        <pc:graphicFrameChg chg="add">
          <ac:chgData name="Alex Gagnon" userId="c18baaaccbf5293e" providerId="LiveId" clId="{7E05025A-CB40-44B4-922A-8E1EF92AD5AB}" dt="2021-10-29T02:07:53.985" v="3177" actId="26606"/>
          <ac:graphicFrameMkLst>
            <pc:docMk/>
            <pc:sldMk cId="2241003477" sldId="264"/>
            <ac:graphicFrameMk id="11" creationId="{B3D6F383-C4AA-48DA-9D35-38A09410414B}"/>
          </ac:graphicFrameMkLst>
        </pc:graphicFrameChg>
      </pc:sldChg>
      <pc:sldChg chg="addSp delSp modSp new mod setBg setClrOvrMap">
        <pc:chgData name="Alex Gagnon" userId="c18baaaccbf5293e" providerId="LiveId" clId="{7E05025A-CB40-44B4-922A-8E1EF92AD5AB}" dt="2021-10-29T02:07:33.663" v="3174" actId="20577"/>
        <pc:sldMkLst>
          <pc:docMk/>
          <pc:sldMk cId="1379904069" sldId="265"/>
        </pc:sldMkLst>
        <pc:spChg chg="mod">
          <ac:chgData name="Alex Gagnon" userId="c18baaaccbf5293e" providerId="LiveId" clId="{7E05025A-CB40-44B4-922A-8E1EF92AD5AB}" dt="2021-10-29T02:07:21.377" v="3172" actId="26606"/>
          <ac:spMkLst>
            <pc:docMk/>
            <pc:sldMk cId="1379904069" sldId="265"/>
            <ac:spMk id="2" creationId="{535F79A8-AEDD-448A-B690-E5CBF77C345A}"/>
          </ac:spMkLst>
        </pc:spChg>
        <pc:spChg chg="mod">
          <ac:chgData name="Alex Gagnon" userId="c18baaaccbf5293e" providerId="LiveId" clId="{7E05025A-CB40-44B4-922A-8E1EF92AD5AB}" dt="2021-10-29T02:07:33.663" v="3174" actId="20577"/>
          <ac:spMkLst>
            <pc:docMk/>
            <pc:sldMk cId="1379904069" sldId="265"/>
            <ac:spMk id="3" creationId="{E472C799-08B8-4F64-99F1-03A9FA0D3CE9}"/>
          </ac:spMkLst>
        </pc:spChg>
        <pc:spChg chg="del mod">
          <ac:chgData name="Alex Gagnon" userId="c18baaaccbf5293e" providerId="LiveId" clId="{7E05025A-CB40-44B4-922A-8E1EF92AD5AB}" dt="2021-10-29T00:19:06.092" v="647" actId="478"/>
          <ac:spMkLst>
            <pc:docMk/>
            <pc:sldMk cId="1379904069" sldId="265"/>
            <ac:spMk id="4" creationId="{D3BE9B7F-00E7-453F-A31D-484D3B41289A}"/>
          </ac:spMkLst>
        </pc:spChg>
        <pc:spChg chg="add">
          <ac:chgData name="Alex Gagnon" userId="c18baaaccbf5293e" providerId="LiveId" clId="{7E05025A-CB40-44B4-922A-8E1EF92AD5AB}" dt="2021-10-29T02:07:21.377" v="3172" actId="26606"/>
          <ac:spMkLst>
            <pc:docMk/>
            <pc:sldMk cId="1379904069" sldId="265"/>
            <ac:spMk id="8" creationId="{1BFB7AEF-EBE4-4D09-8CB7-8EABCB3BE4E4}"/>
          </ac:spMkLst>
        </pc:spChg>
        <pc:spChg chg="add">
          <ac:chgData name="Alex Gagnon" userId="c18baaaccbf5293e" providerId="LiveId" clId="{7E05025A-CB40-44B4-922A-8E1EF92AD5AB}" dt="2021-10-29T02:07:21.377" v="3172" actId="26606"/>
          <ac:spMkLst>
            <pc:docMk/>
            <pc:sldMk cId="1379904069" sldId="265"/>
            <ac:spMk id="10" creationId="{9FAFEBEB-E7DF-4119-99EC-3C2C5F3C7AAF}"/>
          </ac:spMkLst>
        </pc:spChg>
        <pc:spChg chg="add">
          <ac:chgData name="Alex Gagnon" userId="c18baaaccbf5293e" providerId="LiveId" clId="{7E05025A-CB40-44B4-922A-8E1EF92AD5AB}" dt="2021-10-29T02:07:21.377" v="3172" actId="26606"/>
          <ac:spMkLst>
            <pc:docMk/>
            <pc:sldMk cId="1379904069" sldId="265"/>
            <ac:spMk id="12" creationId="{8E25F227-C9F5-44BC-8ECE-188763D8538E}"/>
          </ac:spMkLst>
        </pc:spChg>
      </pc:sldChg>
      <pc:sldChg chg="addSp delSp modSp new mod ord setBg">
        <pc:chgData name="Alex Gagnon" userId="c18baaaccbf5293e" providerId="LiveId" clId="{7E05025A-CB40-44B4-922A-8E1EF92AD5AB}" dt="2021-10-29T00:57:46.299" v="1844"/>
        <pc:sldMkLst>
          <pc:docMk/>
          <pc:sldMk cId="800978874" sldId="266"/>
        </pc:sldMkLst>
        <pc:spChg chg="mod">
          <ac:chgData name="Alex Gagnon" userId="c18baaaccbf5293e" providerId="LiveId" clId="{7E05025A-CB40-44B4-922A-8E1EF92AD5AB}" dt="2021-10-29T00:33:46.727" v="1101" actId="26606"/>
          <ac:spMkLst>
            <pc:docMk/>
            <pc:sldMk cId="800978874" sldId="266"/>
            <ac:spMk id="2" creationId="{3DC6A726-E30F-47E0-B2B9-04198A974124}"/>
          </ac:spMkLst>
        </pc:spChg>
        <pc:spChg chg="mod">
          <ac:chgData name="Alex Gagnon" userId="c18baaaccbf5293e" providerId="LiveId" clId="{7E05025A-CB40-44B4-922A-8E1EF92AD5AB}" dt="2021-10-29T00:44:20.521" v="1495" actId="20577"/>
          <ac:spMkLst>
            <pc:docMk/>
            <pc:sldMk cId="800978874" sldId="266"/>
            <ac:spMk id="3" creationId="{45FFFA91-34D8-4952-B672-5615E88D13A0}"/>
          </ac:spMkLst>
        </pc:spChg>
        <pc:spChg chg="del mod">
          <ac:chgData name="Alex Gagnon" userId="c18baaaccbf5293e" providerId="LiveId" clId="{7E05025A-CB40-44B4-922A-8E1EF92AD5AB}" dt="2021-10-29T00:28:37.273" v="975" actId="478"/>
          <ac:spMkLst>
            <pc:docMk/>
            <pc:sldMk cId="800978874" sldId="266"/>
            <ac:spMk id="4" creationId="{D0FD100E-4E4F-4824-B4D0-8B5D8C9445BC}"/>
          </ac:spMkLst>
        </pc:spChg>
        <pc:picChg chg="add mod">
          <ac:chgData name="Alex Gagnon" userId="c18baaaccbf5293e" providerId="LiveId" clId="{7E05025A-CB40-44B4-922A-8E1EF92AD5AB}" dt="2021-10-29T00:33:46.727" v="1101" actId="26606"/>
          <ac:picMkLst>
            <pc:docMk/>
            <pc:sldMk cId="800978874" sldId="266"/>
            <ac:picMk id="3074" creationId="{31B9E583-91ED-4155-BB24-7943A3B3E705}"/>
          </ac:picMkLst>
        </pc:picChg>
      </pc:sldChg>
      <pc:sldChg chg="addSp delSp modSp new mod ord setBg">
        <pc:chgData name="Alex Gagnon" userId="c18baaaccbf5293e" providerId="LiveId" clId="{7E05025A-CB40-44B4-922A-8E1EF92AD5AB}" dt="2021-10-29T00:57:17.638" v="1813"/>
        <pc:sldMkLst>
          <pc:docMk/>
          <pc:sldMk cId="4116822784" sldId="267"/>
        </pc:sldMkLst>
        <pc:spChg chg="mod">
          <ac:chgData name="Alex Gagnon" userId="c18baaaccbf5293e" providerId="LiveId" clId="{7E05025A-CB40-44B4-922A-8E1EF92AD5AB}" dt="2021-10-29T00:27:22.072" v="972" actId="20577"/>
          <ac:spMkLst>
            <pc:docMk/>
            <pc:sldMk cId="4116822784" sldId="267"/>
            <ac:spMk id="2" creationId="{B8BBEC42-B79F-410B-A549-11C6A4420477}"/>
          </ac:spMkLst>
        </pc:spChg>
        <pc:spChg chg="del">
          <ac:chgData name="Alex Gagnon" userId="c18baaaccbf5293e" providerId="LiveId" clId="{7E05025A-CB40-44B4-922A-8E1EF92AD5AB}" dt="2021-10-29T00:25:48.379" v="921" actId="478"/>
          <ac:spMkLst>
            <pc:docMk/>
            <pc:sldMk cId="4116822784" sldId="267"/>
            <ac:spMk id="3" creationId="{10B5AACB-5023-4B51-B959-0FEB90A3A103}"/>
          </ac:spMkLst>
        </pc:spChg>
        <pc:spChg chg="del mod">
          <ac:chgData name="Alex Gagnon" userId="c18baaaccbf5293e" providerId="LiveId" clId="{7E05025A-CB40-44B4-922A-8E1EF92AD5AB}" dt="2021-10-29T00:25:05.416" v="811" actId="478"/>
          <ac:spMkLst>
            <pc:docMk/>
            <pc:sldMk cId="4116822784" sldId="267"/>
            <ac:spMk id="4" creationId="{7A3B21BF-DA31-4605-B7D2-1E589168CBA8}"/>
          </ac:spMkLst>
        </pc:spChg>
        <pc:spChg chg="add del">
          <ac:chgData name="Alex Gagnon" userId="c18baaaccbf5293e" providerId="LiveId" clId="{7E05025A-CB40-44B4-922A-8E1EF92AD5AB}" dt="2021-10-29T00:26:07.381" v="924" actId="26606"/>
          <ac:spMkLst>
            <pc:docMk/>
            <pc:sldMk cId="4116822784" sldId="267"/>
            <ac:spMk id="9" creationId="{3A8EC506-B1DA-46A1-B44D-774E68468E13}"/>
          </ac:spMkLst>
        </pc:spChg>
        <pc:spChg chg="add del">
          <ac:chgData name="Alex Gagnon" userId="c18baaaccbf5293e" providerId="LiveId" clId="{7E05025A-CB40-44B4-922A-8E1EF92AD5AB}" dt="2021-10-29T00:26:07.381" v="924" actId="26606"/>
          <ac:spMkLst>
            <pc:docMk/>
            <pc:sldMk cId="4116822784" sldId="267"/>
            <ac:spMk id="11" creationId="{BFF30785-305E-45D7-984F-5AA93D3CA561}"/>
          </ac:spMkLst>
        </pc:spChg>
        <pc:spChg chg="add del">
          <ac:chgData name="Alex Gagnon" userId="c18baaaccbf5293e" providerId="LiveId" clId="{7E05025A-CB40-44B4-922A-8E1EF92AD5AB}" dt="2021-10-29T00:26:07.381" v="924" actId="26606"/>
          <ac:spMkLst>
            <pc:docMk/>
            <pc:sldMk cId="4116822784" sldId="267"/>
            <ac:spMk id="15" creationId="{C411DB08-1669-426B-BBEB-FAD285EF80FE}"/>
          </ac:spMkLst>
        </pc:spChg>
        <pc:spChg chg="add del">
          <ac:chgData name="Alex Gagnon" userId="c18baaaccbf5293e" providerId="LiveId" clId="{7E05025A-CB40-44B4-922A-8E1EF92AD5AB}" dt="2021-10-29T00:26:07.381" v="924" actId="26606"/>
          <ac:spMkLst>
            <pc:docMk/>
            <pc:sldMk cId="4116822784" sldId="267"/>
            <ac:spMk id="17" creationId="{029E4219-121F-4CD1-AA58-24746CD2923C}"/>
          </ac:spMkLst>
        </pc:spChg>
        <pc:spChg chg="add del">
          <ac:chgData name="Alex Gagnon" userId="c18baaaccbf5293e" providerId="LiveId" clId="{7E05025A-CB40-44B4-922A-8E1EF92AD5AB}" dt="2021-10-29T00:26:20.225" v="930" actId="26606"/>
          <ac:spMkLst>
            <pc:docMk/>
            <pc:sldMk cId="4116822784" sldId="267"/>
            <ac:spMk id="24" creationId="{3A8EC506-B1DA-46A1-B44D-774E68468E13}"/>
          </ac:spMkLst>
        </pc:spChg>
        <pc:spChg chg="add del">
          <ac:chgData name="Alex Gagnon" userId="c18baaaccbf5293e" providerId="LiveId" clId="{7E05025A-CB40-44B4-922A-8E1EF92AD5AB}" dt="2021-10-29T00:26:20.225" v="930" actId="26606"/>
          <ac:spMkLst>
            <pc:docMk/>
            <pc:sldMk cId="4116822784" sldId="267"/>
            <ac:spMk id="26" creationId="{BFF30785-305E-45D7-984F-5AA93D3CA561}"/>
          </ac:spMkLst>
        </pc:spChg>
        <pc:spChg chg="add del">
          <ac:chgData name="Alex Gagnon" userId="c18baaaccbf5293e" providerId="LiveId" clId="{7E05025A-CB40-44B4-922A-8E1EF92AD5AB}" dt="2021-10-29T00:26:20.225" v="930" actId="26606"/>
          <ac:spMkLst>
            <pc:docMk/>
            <pc:sldMk cId="4116822784" sldId="267"/>
            <ac:spMk id="30" creationId="{C411DB08-1669-426B-BBEB-FAD285EF80FE}"/>
          </ac:spMkLst>
        </pc:spChg>
        <pc:spChg chg="add del">
          <ac:chgData name="Alex Gagnon" userId="c18baaaccbf5293e" providerId="LiveId" clId="{7E05025A-CB40-44B4-922A-8E1EF92AD5AB}" dt="2021-10-29T00:26:20.225" v="930" actId="26606"/>
          <ac:spMkLst>
            <pc:docMk/>
            <pc:sldMk cId="4116822784" sldId="267"/>
            <ac:spMk id="32" creationId="{029E4219-121F-4CD1-AA58-24746CD2923C}"/>
          </ac:spMkLst>
        </pc:spChg>
        <pc:spChg chg="add">
          <ac:chgData name="Alex Gagnon" userId="c18baaaccbf5293e" providerId="LiveId" clId="{7E05025A-CB40-44B4-922A-8E1EF92AD5AB}" dt="2021-10-29T00:26:20.225" v="930" actId="26606"/>
          <ac:spMkLst>
            <pc:docMk/>
            <pc:sldMk cId="4116822784" sldId="267"/>
            <ac:spMk id="39" creationId="{3A8EC506-B1DA-46A1-B44D-774E68468E13}"/>
          </ac:spMkLst>
        </pc:spChg>
        <pc:spChg chg="add">
          <ac:chgData name="Alex Gagnon" userId="c18baaaccbf5293e" providerId="LiveId" clId="{7E05025A-CB40-44B4-922A-8E1EF92AD5AB}" dt="2021-10-29T00:26:20.225" v="930" actId="26606"/>
          <ac:spMkLst>
            <pc:docMk/>
            <pc:sldMk cId="4116822784" sldId="267"/>
            <ac:spMk id="41" creationId="{BFF30785-305E-45D7-984F-5AA93D3CA561}"/>
          </ac:spMkLst>
        </pc:spChg>
        <pc:spChg chg="add">
          <ac:chgData name="Alex Gagnon" userId="c18baaaccbf5293e" providerId="LiveId" clId="{7E05025A-CB40-44B4-922A-8E1EF92AD5AB}" dt="2021-10-29T00:26:20.225" v="930" actId="26606"/>
          <ac:spMkLst>
            <pc:docMk/>
            <pc:sldMk cId="4116822784" sldId="267"/>
            <ac:spMk id="45" creationId="{070784CE-9DD4-4C2D-88B9-D219730A470F}"/>
          </ac:spMkLst>
        </pc:spChg>
        <pc:picChg chg="add mod">
          <ac:chgData name="Alex Gagnon" userId="c18baaaccbf5293e" providerId="LiveId" clId="{7E05025A-CB40-44B4-922A-8E1EF92AD5AB}" dt="2021-10-29T00:26:20.225" v="930" actId="26606"/>
          <ac:picMkLst>
            <pc:docMk/>
            <pc:sldMk cId="4116822784" sldId="267"/>
            <ac:picMk id="6" creationId="{B5980C7A-4381-4E74-994F-5BD0B6367155}"/>
          </ac:picMkLst>
        </pc:picChg>
        <pc:cxnChg chg="add del">
          <ac:chgData name="Alex Gagnon" userId="c18baaaccbf5293e" providerId="LiveId" clId="{7E05025A-CB40-44B4-922A-8E1EF92AD5AB}" dt="2021-10-29T00:26:07.381" v="924" actId="26606"/>
          <ac:cxnSpMkLst>
            <pc:docMk/>
            <pc:sldMk cId="4116822784" sldId="267"/>
            <ac:cxnSpMk id="13" creationId="{15E01FA5-D766-43CA-A83D-E7CF3F04E96F}"/>
          </ac:cxnSpMkLst>
        </pc:cxnChg>
        <pc:cxnChg chg="add del">
          <ac:chgData name="Alex Gagnon" userId="c18baaaccbf5293e" providerId="LiveId" clId="{7E05025A-CB40-44B4-922A-8E1EF92AD5AB}" dt="2021-10-29T00:26:07.381" v="924" actId="26606"/>
          <ac:cxnSpMkLst>
            <pc:docMk/>
            <pc:sldMk cId="4116822784" sldId="267"/>
            <ac:cxnSpMk id="19" creationId="{52F50912-06FD-4216-BAD3-21050F59564A}"/>
          </ac:cxnSpMkLst>
        </pc:cxnChg>
        <pc:cxnChg chg="add del">
          <ac:chgData name="Alex Gagnon" userId="c18baaaccbf5293e" providerId="LiveId" clId="{7E05025A-CB40-44B4-922A-8E1EF92AD5AB}" dt="2021-10-29T00:26:20.225" v="930" actId="26606"/>
          <ac:cxnSpMkLst>
            <pc:docMk/>
            <pc:sldMk cId="4116822784" sldId="267"/>
            <ac:cxnSpMk id="28" creationId="{15E01FA5-D766-43CA-A83D-E7CF3F04E96F}"/>
          </ac:cxnSpMkLst>
        </pc:cxnChg>
        <pc:cxnChg chg="add del">
          <ac:chgData name="Alex Gagnon" userId="c18baaaccbf5293e" providerId="LiveId" clId="{7E05025A-CB40-44B4-922A-8E1EF92AD5AB}" dt="2021-10-29T00:26:20.225" v="930" actId="26606"/>
          <ac:cxnSpMkLst>
            <pc:docMk/>
            <pc:sldMk cId="4116822784" sldId="267"/>
            <ac:cxnSpMk id="34" creationId="{52F50912-06FD-4216-BAD3-21050F59564A}"/>
          </ac:cxnSpMkLst>
        </pc:cxnChg>
        <pc:cxnChg chg="add">
          <ac:chgData name="Alex Gagnon" userId="c18baaaccbf5293e" providerId="LiveId" clId="{7E05025A-CB40-44B4-922A-8E1EF92AD5AB}" dt="2021-10-29T00:26:20.225" v="930" actId="26606"/>
          <ac:cxnSpMkLst>
            <pc:docMk/>
            <pc:sldMk cId="4116822784" sldId="267"/>
            <ac:cxnSpMk id="43" creationId="{15E01FA5-D766-43CA-A83D-E7CF3F04E96F}"/>
          </ac:cxnSpMkLst>
        </pc:cxnChg>
        <pc:cxnChg chg="add">
          <ac:chgData name="Alex Gagnon" userId="c18baaaccbf5293e" providerId="LiveId" clId="{7E05025A-CB40-44B4-922A-8E1EF92AD5AB}" dt="2021-10-29T00:26:20.225" v="930" actId="26606"/>
          <ac:cxnSpMkLst>
            <pc:docMk/>
            <pc:sldMk cId="4116822784" sldId="267"/>
            <ac:cxnSpMk id="47" creationId="{640A410A-1838-4131-95A6-2BE4F8D412F2}"/>
          </ac:cxnSpMkLst>
        </pc:cxnChg>
      </pc:sldChg>
      <pc:sldChg chg="delSp modSp new del mod">
        <pc:chgData name="Alex Gagnon" userId="c18baaaccbf5293e" providerId="LiveId" clId="{7E05025A-CB40-44B4-922A-8E1EF92AD5AB}" dt="2021-10-29T00:56:40.510" v="1809" actId="47"/>
        <pc:sldMkLst>
          <pc:docMk/>
          <pc:sldMk cId="3264156484" sldId="268"/>
        </pc:sldMkLst>
        <pc:spChg chg="del mod">
          <ac:chgData name="Alex Gagnon" userId="c18baaaccbf5293e" providerId="LiveId" clId="{7E05025A-CB40-44B4-922A-8E1EF92AD5AB}" dt="2021-10-29T00:35:19.661" v="1112" actId="478"/>
          <ac:spMkLst>
            <pc:docMk/>
            <pc:sldMk cId="3264156484" sldId="268"/>
            <ac:spMk id="2" creationId="{4424DF9C-F682-4A29-B7BA-3FB2188765D5}"/>
          </ac:spMkLst>
        </pc:spChg>
        <pc:spChg chg="del">
          <ac:chgData name="Alex Gagnon" userId="c18baaaccbf5293e" providerId="LiveId" clId="{7E05025A-CB40-44B4-922A-8E1EF92AD5AB}" dt="2021-10-29T00:35:20.981" v="1113" actId="478"/>
          <ac:spMkLst>
            <pc:docMk/>
            <pc:sldMk cId="3264156484" sldId="268"/>
            <ac:spMk id="3" creationId="{95B2A992-939F-4662-8E6A-82108D6EE540}"/>
          </ac:spMkLst>
        </pc:spChg>
        <pc:spChg chg="del">
          <ac:chgData name="Alex Gagnon" userId="c18baaaccbf5293e" providerId="LiveId" clId="{7E05025A-CB40-44B4-922A-8E1EF92AD5AB}" dt="2021-10-29T00:35:23.349" v="1114" actId="478"/>
          <ac:spMkLst>
            <pc:docMk/>
            <pc:sldMk cId="3264156484" sldId="268"/>
            <ac:spMk id="4" creationId="{2A2F2428-6784-4264-94EF-4FAE4033ED9A}"/>
          </ac:spMkLst>
        </pc:spChg>
      </pc:sldChg>
      <pc:sldChg chg="addSp delSp modSp new mod setBg">
        <pc:chgData name="Alex Gagnon" userId="c18baaaccbf5293e" providerId="LiveId" clId="{7E05025A-CB40-44B4-922A-8E1EF92AD5AB}" dt="2021-10-29T02:06:04.355" v="3161" actId="113"/>
        <pc:sldMkLst>
          <pc:docMk/>
          <pc:sldMk cId="3388361064" sldId="269"/>
        </pc:sldMkLst>
        <pc:spChg chg="mod">
          <ac:chgData name="Alex Gagnon" userId="c18baaaccbf5293e" providerId="LiveId" clId="{7E05025A-CB40-44B4-922A-8E1EF92AD5AB}" dt="2021-10-29T02:05:50.693" v="3159" actId="26606"/>
          <ac:spMkLst>
            <pc:docMk/>
            <pc:sldMk cId="3388361064" sldId="269"/>
            <ac:spMk id="2" creationId="{EF1B9099-0063-4598-885B-A4A59194203B}"/>
          </ac:spMkLst>
        </pc:spChg>
        <pc:spChg chg="mod">
          <ac:chgData name="Alex Gagnon" userId="c18baaaccbf5293e" providerId="LiveId" clId="{7E05025A-CB40-44B4-922A-8E1EF92AD5AB}" dt="2021-10-29T02:06:04.355" v="3161" actId="113"/>
          <ac:spMkLst>
            <pc:docMk/>
            <pc:sldMk cId="3388361064" sldId="269"/>
            <ac:spMk id="3" creationId="{6AC5E6E5-4E59-49B5-9E1C-2F52435B2A30}"/>
          </ac:spMkLst>
        </pc:spChg>
        <pc:spChg chg="del mod">
          <ac:chgData name="Alex Gagnon" userId="c18baaaccbf5293e" providerId="LiveId" clId="{7E05025A-CB40-44B4-922A-8E1EF92AD5AB}" dt="2021-10-29T00:35:28.322" v="1117" actId="478"/>
          <ac:spMkLst>
            <pc:docMk/>
            <pc:sldMk cId="3388361064" sldId="269"/>
            <ac:spMk id="4" creationId="{579FEBFA-C490-418B-BF70-3F4438912B44}"/>
          </ac:spMkLst>
        </pc:spChg>
        <pc:spChg chg="add">
          <ac:chgData name="Alex Gagnon" userId="c18baaaccbf5293e" providerId="LiveId" clId="{7E05025A-CB40-44B4-922A-8E1EF92AD5AB}" dt="2021-10-29T02:05:50.693" v="3159" actId="26606"/>
          <ac:spMkLst>
            <pc:docMk/>
            <pc:sldMk cId="3388361064" sldId="269"/>
            <ac:spMk id="8" creationId="{77D7B666-D5E6-48CE-B26A-FB5E5C34AF90}"/>
          </ac:spMkLst>
        </pc:spChg>
        <pc:spChg chg="add">
          <ac:chgData name="Alex Gagnon" userId="c18baaaccbf5293e" providerId="LiveId" clId="{7E05025A-CB40-44B4-922A-8E1EF92AD5AB}" dt="2021-10-29T02:05:50.693" v="3159" actId="26606"/>
          <ac:spMkLst>
            <pc:docMk/>
            <pc:sldMk cId="3388361064" sldId="269"/>
            <ac:spMk id="10" creationId="{F6EE670A-A41A-44AD-BC1C-2090365EB5B3}"/>
          </ac:spMkLst>
        </pc:spChg>
      </pc:sldChg>
      <pc:sldChg chg="delSp modSp new mod ord">
        <pc:chgData name="Alex Gagnon" userId="c18baaaccbf5293e" providerId="LiveId" clId="{7E05025A-CB40-44B4-922A-8E1EF92AD5AB}" dt="2021-10-29T00:51:21.026" v="1724"/>
        <pc:sldMkLst>
          <pc:docMk/>
          <pc:sldMk cId="1381506072" sldId="270"/>
        </pc:sldMkLst>
        <pc:spChg chg="mod">
          <ac:chgData name="Alex Gagnon" userId="c18baaaccbf5293e" providerId="LiveId" clId="{7E05025A-CB40-44B4-922A-8E1EF92AD5AB}" dt="2021-10-29T00:46:53.675" v="1521" actId="20577"/>
          <ac:spMkLst>
            <pc:docMk/>
            <pc:sldMk cId="1381506072" sldId="270"/>
            <ac:spMk id="2" creationId="{402656E9-C803-4649-8950-C5DE6F015823}"/>
          </ac:spMkLst>
        </pc:spChg>
        <pc:spChg chg="mod">
          <ac:chgData name="Alex Gagnon" userId="c18baaaccbf5293e" providerId="LiveId" clId="{7E05025A-CB40-44B4-922A-8E1EF92AD5AB}" dt="2021-10-29T00:50:54.055" v="1722" actId="255"/>
          <ac:spMkLst>
            <pc:docMk/>
            <pc:sldMk cId="1381506072" sldId="270"/>
            <ac:spMk id="3" creationId="{0B9FEA2F-E310-4064-A6AE-E910429ECB01}"/>
          </ac:spMkLst>
        </pc:spChg>
        <pc:spChg chg="del">
          <ac:chgData name="Alex Gagnon" userId="c18baaaccbf5293e" providerId="LiveId" clId="{7E05025A-CB40-44B4-922A-8E1EF92AD5AB}" dt="2021-10-29T00:46:47.717" v="1502" actId="478"/>
          <ac:spMkLst>
            <pc:docMk/>
            <pc:sldMk cId="1381506072" sldId="270"/>
            <ac:spMk id="4" creationId="{9E4903EA-7926-4E18-A908-AF003CF98FBB}"/>
          </ac:spMkLst>
        </pc:spChg>
      </pc:sldChg>
      <pc:sldChg chg="addSp delSp modSp new mod ord setBg">
        <pc:chgData name="Alex Gagnon" userId="c18baaaccbf5293e" providerId="LiveId" clId="{7E05025A-CB40-44B4-922A-8E1EF92AD5AB}" dt="2021-10-29T02:06:36.258" v="3164" actId="26606"/>
        <pc:sldMkLst>
          <pc:docMk/>
          <pc:sldMk cId="2878366707" sldId="271"/>
        </pc:sldMkLst>
        <pc:spChg chg="mod">
          <ac:chgData name="Alex Gagnon" userId="c18baaaccbf5293e" providerId="LiveId" clId="{7E05025A-CB40-44B4-922A-8E1EF92AD5AB}" dt="2021-10-29T02:06:36.258" v="3164" actId="26606"/>
          <ac:spMkLst>
            <pc:docMk/>
            <pc:sldMk cId="2878366707" sldId="271"/>
            <ac:spMk id="2" creationId="{512EAD45-3252-4CAE-B7B5-2DE3E9F7AAC9}"/>
          </ac:spMkLst>
        </pc:spChg>
        <pc:spChg chg="del mod">
          <ac:chgData name="Alex Gagnon" userId="c18baaaccbf5293e" providerId="LiveId" clId="{7E05025A-CB40-44B4-922A-8E1EF92AD5AB}" dt="2021-10-29T02:06:36.258" v="3164" actId="26606"/>
          <ac:spMkLst>
            <pc:docMk/>
            <pc:sldMk cId="2878366707" sldId="271"/>
            <ac:spMk id="3" creationId="{E06C479C-E1E6-45D0-B6CD-6832F3BDE05B}"/>
          </ac:spMkLst>
        </pc:spChg>
        <pc:spChg chg="del">
          <ac:chgData name="Alex Gagnon" userId="c18baaaccbf5293e" providerId="LiveId" clId="{7E05025A-CB40-44B4-922A-8E1EF92AD5AB}" dt="2021-10-29T01:21:21.018" v="2213" actId="478"/>
          <ac:spMkLst>
            <pc:docMk/>
            <pc:sldMk cId="2878366707" sldId="271"/>
            <ac:spMk id="4" creationId="{3891C300-535C-47FC-9BF0-9E56D900C77A}"/>
          </ac:spMkLst>
        </pc:spChg>
        <pc:spChg chg="add del">
          <ac:chgData name="Alex Gagnon" userId="c18baaaccbf5293e" providerId="LiveId" clId="{7E05025A-CB40-44B4-922A-8E1EF92AD5AB}" dt="2021-10-29T02:06:36.258" v="3164" actId="26606"/>
          <ac:spMkLst>
            <pc:docMk/>
            <pc:sldMk cId="2878366707" sldId="271"/>
            <ac:spMk id="8" creationId="{39E4C68A-A4A9-48A4-9FF2-D2896B1EA01F}"/>
          </ac:spMkLst>
        </pc:spChg>
        <pc:spChg chg="add del">
          <ac:chgData name="Alex Gagnon" userId="c18baaaccbf5293e" providerId="LiveId" clId="{7E05025A-CB40-44B4-922A-8E1EF92AD5AB}" dt="2021-10-29T02:06:36.258" v="3164" actId="26606"/>
          <ac:spMkLst>
            <pc:docMk/>
            <pc:sldMk cId="2878366707" sldId="271"/>
            <ac:spMk id="10" creationId="{E2B9AEA5-52CB-49A6-AF8A-33502F291B91}"/>
          </ac:spMkLst>
        </pc:spChg>
        <pc:spChg chg="add">
          <ac:chgData name="Alex Gagnon" userId="c18baaaccbf5293e" providerId="LiveId" clId="{7E05025A-CB40-44B4-922A-8E1EF92AD5AB}" dt="2021-10-29T02:06:36.258" v="3164" actId="26606"/>
          <ac:spMkLst>
            <pc:docMk/>
            <pc:sldMk cId="2878366707" sldId="271"/>
            <ac:spMk id="16" creationId="{90AAC386-A18D-4525-AD1B-4D227ED34C84}"/>
          </ac:spMkLst>
        </pc:spChg>
        <pc:graphicFrameChg chg="add">
          <ac:chgData name="Alex Gagnon" userId="c18baaaccbf5293e" providerId="LiveId" clId="{7E05025A-CB40-44B4-922A-8E1EF92AD5AB}" dt="2021-10-29T02:06:36.258" v="3164" actId="26606"/>
          <ac:graphicFrameMkLst>
            <pc:docMk/>
            <pc:sldMk cId="2878366707" sldId="271"/>
            <ac:graphicFrameMk id="12" creationId="{4CD12162-B078-48E9-964E-104DE879DD13}"/>
          </ac:graphicFrameMkLst>
        </pc:graphicFrameChg>
        <pc:cxnChg chg="add">
          <ac:chgData name="Alex Gagnon" userId="c18baaaccbf5293e" providerId="LiveId" clId="{7E05025A-CB40-44B4-922A-8E1EF92AD5AB}" dt="2021-10-29T02:06:36.258" v="3164" actId="26606"/>
          <ac:cxnSpMkLst>
            <pc:docMk/>
            <pc:sldMk cId="2878366707" sldId="271"/>
            <ac:cxnSpMk id="18" creationId="{C34C4AD0-FE94-4E84-ACA6-CC5BF1A11822}"/>
          </ac:cxnSpMkLst>
        </pc:cxnChg>
      </pc:sldChg>
      <pc:sldChg chg="addSp delSp modSp new mod setBg addAnim">
        <pc:chgData name="Alex Gagnon" userId="c18baaaccbf5293e" providerId="LiveId" clId="{7E05025A-CB40-44B4-922A-8E1EF92AD5AB}" dt="2021-10-29T02:01:37.497" v="3009"/>
        <pc:sldMkLst>
          <pc:docMk/>
          <pc:sldMk cId="877881326" sldId="272"/>
        </pc:sldMkLst>
        <pc:spChg chg="mod">
          <ac:chgData name="Alex Gagnon" userId="c18baaaccbf5293e" providerId="LiveId" clId="{7E05025A-CB40-44B4-922A-8E1EF92AD5AB}" dt="2021-10-29T02:01:37.497" v="3008" actId="26606"/>
          <ac:spMkLst>
            <pc:docMk/>
            <pc:sldMk cId="877881326" sldId="272"/>
            <ac:spMk id="2" creationId="{40C6119B-4038-4C3B-A459-1C92EA7EA1FE}"/>
          </ac:spMkLst>
        </pc:spChg>
        <pc:spChg chg="del">
          <ac:chgData name="Alex Gagnon" userId="c18baaaccbf5293e" providerId="LiveId" clId="{7E05025A-CB40-44B4-922A-8E1EF92AD5AB}" dt="2021-10-29T01:17:35.934" v="2171" actId="478"/>
          <ac:spMkLst>
            <pc:docMk/>
            <pc:sldMk cId="877881326" sldId="272"/>
            <ac:spMk id="3" creationId="{E7394BAD-35A0-419C-932A-1186CA4C4741}"/>
          </ac:spMkLst>
        </pc:spChg>
        <pc:spChg chg="del">
          <ac:chgData name="Alex Gagnon" userId="c18baaaccbf5293e" providerId="LiveId" clId="{7E05025A-CB40-44B4-922A-8E1EF92AD5AB}" dt="2021-10-29T01:17:32.901" v="2170" actId="478"/>
          <ac:spMkLst>
            <pc:docMk/>
            <pc:sldMk cId="877881326" sldId="272"/>
            <ac:spMk id="4" creationId="{AFC4E45E-EABE-4A78-B8BC-226B221C02F6}"/>
          </ac:spMkLst>
        </pc:spChg>
        <pc:spChg chg="add">
          <ac:chgData name="Alex Gagnon" userId="c18baaaccbf5293e" providerId="LiveId" clId="{7E05025A-CB40-44B4-922A-8E1EF92AD5AB}" dt="2021-10-29T02:01:37.497" v="3008" actId="26606"/>
          <ac:spMkLst>
            <pc:docMk/>
            <pc:sldMk cId="877881326" sldId="272"/>
            <ac:spMk id="7" creationId="{BE194971-2F2D-44B0-8AE6-FF2DCCEE0A96}"/>
          </ac:spMkLst>
        </pc:spChg>
        <pc:spChg chg="add">
          <ac:chgData name="Alex Gagnon" userId="c18baaaccbf5293e" providerId="LiveId" clId="{7E05025A-CB40-44B4-922A-8E1EF92AD5AB}" dt="2021-10-29T02:01:37.497" v="3008" actId="26606"/>
          <ac:spMkLst>
            <pc:docMk/>
            <pc:sldMk cId="877881326" sldId="272"/>
            <ac:spMk id="9" creationId="{1FF9A61E-EB11-4C46-82E1-3E00A3B4B4D6}"/>
          </ac:spMkLst>
        </pc:spChg>
        <pc:spChg chg="add">
          <ac:chgData name="Alex Gagnon" userId="c18baaaccbf5293e" providerId="LiveId" clId="{7E05025A-CB40-44B4-922A-8E1EF92AD5AB}" dt="2021-10-29T02:01:37.497" v="3008" actId="26606"/>
          <ac:spMkLst>
            <pc:docMk/>
            <pc:sldMk cId="877881326" sldId="272"/>
            <ac:spMk id="13" creationId="{4BA0C938-1486-4635-9F6C-44D521FA6A4E}"/>
          </ac:spMkLst>
        </pc:spChg>
        <pc:spChg chg="add">
          <ac:chgData name="Alex Gagnon" userId="c18baaaccbf5293e" providerId="LiveId" clId="{7E05025A-CB40-44B4-922A-8E1EF92AD5AB}" dt="2021-10-29T02:01:37.497" v="3008" actId="26606"/>
          <ac:spMkLst>
            <pc:docMk/>
            <pc:sldMk cId="877881326" sldId="272"/>
            <ac:spMk id="15" creationId="{942A7ABB-6A86-4A02-A072-FA82CDCE533C}"/>
          </ac:spMkLst>
        </pc:spChg>
        <pc:cxnChg chg="add">
          <ac:chgData name="Alex Gagnon" userId="c18baaaccbf5293e" providerId="LiveId" clId="{7E05025A-CB40-44B4-922A-8E1EF92AD5AB}" dt="2021-10-29T02:01:37.497" v="3008" actId="26606"/>
          <ac:cxnSpMkLst>
            <pc:docMk/>
            <pc:sldMk cId="877881326" sldId="272"/>
            <ac:cxnSpMk id="11" creationId="{5E564EB3-35F2-4EFF-87DC-642DC020526D}"/>
          </ac:cxnSpMkLst>
        </pc:cxnChg>
        <pc:cxnChg chg="add">
          <ac:chgData name="Alex Gagnon" userId="c18baaaccbf5293e" providerId="LiveId" clId="{7E05025A-CB40-44B4-922A-8E1EF92AD5AB}" dt="2021-10-29T02:01:37.497" v="3008" actId="26606"/>
          <ac:cxnSpMkLst>
            <pc:docMk/>
            <pc:sldMk cId="877881326" sldId="272"/>
            <ac:cxnSpMk id="17" creationId="{B6916720-6D22-4D4B-BC19-23008C7DD487}"/>
          </ac:cxnSpMkLst>
        </pc:cxnChg>
      </pc:sldChg>
      <pc:sldChg chg="addSp delSp modSp new mod ord setBg">
        <pc:chgData name="Alex Gagnon" userId="c18baaaccbf5293e" providerId="LiveId" clId="{7E05025A-CB40-44B4-922A-8E1EF92AD5AB}" dt="2021-10-29T02:07:15.042" v="3171" actId="26606"/>
        <pc:sldMkLst>
          <pc:docMk/>
          <pc:sldMk cId="2234406311" sldId="273"/>
        </pc:sldMkLst>
        <pc:spChg chg="mod">
          <ac:chgData name="Alex Gagnon" userId="c18baaaccbf5293e" providerId="LiveId" clId="{7E05025A-CB40-44B4-922A-8E1EF92AD5AB}" dt="2021-10-29T02:07:15.042" v="3171" actId="26606"/>
          <ac:spMkLst>
            <pc:docMk/>
            <pc:sldMk cId="2234406311" sldId="273"/>
            <ac:spMk id="2" creationId="{0AA33675-D8FF-4A57-B570-8E0750F498F6}"/>
          </ac:spMkLst>
        </pc:spChg>
        <pc:spChg chg="mod">
          <ac:chgData name="Alex Gagnon" userId="c18baaaccbf5293e" providerId="LiveId" clId="{7E05025A-CB40-44B4-922A-8E1EF92AD5AB}" dt="2021-10-29T02:07:15.042" v="3171" actId="26606"/>
          <ac:spMkLst>
            <pc:docMk/>
            <pc:sldMk cId="2234406311" sldId="273"/>
            <ac:spMk id="3" creationId="{50A4F9F5-6947-45BE-8949-755F27B14E0B}"/>
          </ac:spMkLst>
        </pc:spChg>
        <pc:spChg chg="del">
          <ac:chgData name="Alex Gagnon" userId="c18baaaccbf5293e" providerId="LiveId" clId="{7E05025A-CB40-44B4-922A-8E1EF92AD5AB}" dt="2021-10-29T00:57:50.112" v="1845" actId="478"/>
          <ac:spMkLst>
            <pc:docMk/>
            <pc:sldMk cId="2234406311" sldId="273"/>
            <ac:spMk id="4" creationId="{B25DBDE3-1055-48D6-AF32-6C06BA999A5B}"/>
          </ac:spMkLst>
        </pc:spChg>
        <pc:spChg chg="add">
          <ac:chgData name="Alex Gagnon" userId="c18baaaccbf5293e" providerId="LiveId" clId="{7E05025A-CB40-44B4-922A-8E1EF92AD5AB}" dt="2021-10-29T02:07:15.042" v="3171" actId="26606"/>
          <ac:spMkLst>
            <pc:docMk/>
            <pc:sldMk cId="2234406311" sldId="273"/>
            <ac:spMk id="8" creationId="{77D7B666-D5E6-48CE-B26A-FB5E5C34AF90}"/>
          </ac:spMkLst>
        </pc:spChg>
        <pc:spChg chg="add">
          <ac:chgData name="Alex Gagnon" userId="c18baaaccbf5293e" providerId="LiveId" clId="{7E05025A-CB40-44B4-922A-8E1EF92AD5AB}" dt="2021-10-29T02:07:15.042" v="3171" actId="26606"/>
          <ac:spMkLst>
            <pc:docMk/>
            <pc:sldMk cId="2234406311" sldId="273"/>
            <ac:spMk id="10" creationId="{F6EE670A-A41A-44AD-BC1C-2090365EB5B3}"/>
          </ac:spMkLst>
        </pc:spChg>
      </pc:sldChg>
      <pc:sldChg chg="addSp delSp modSp new mod setBg addAnim">
        <pc:chgData name="Alex Gagnon" userId="c18baaaccbf5293e" providerId="LiveId" clId="{7E05025A-CB40-44B4-922A-8E1EF92AD5AB}" dt="2021-10-29T01:13:08.956" v="2114" actId="26606"/>
        <pc:sldMkLst>
          <pc:docMk/>
          <pc:sldMk cId="3621666427" sldId="274"/>
        </pc:sldMkLst>
        <pc:spChg chg="mod">
          <ac:chgData name="Alex Gagnon" userId="c18baaaccbf5293e" providerId="LiveId" clId="{7E05025A-CB40-44B4-922A-8E1EF92AD5AB}" dt="2021-10-29T01:01:19.982" v="1989" actId="26606"/>
          <ac:spMkLst>
            <pc:docMk/>
            <pc:sldMk cId="3621666427" sldId="274"/>
            <ac:spMk id="2" creationId="{5A12724E-FD9B-430F-978F-8A8D84499A88}"/>
          </ac:spMkLst>
        </pc:spChg>
        <pc:spChg chg="del">
          <ac:chgData name="Alex Gagnon" userId="c18baaaccbf5293e" providerId="LiveId" clId="{7E05025A-CB40-44B4-922A-8E1EF92AD5AB}" dt="2021-10-29T01:00:42.800" v="1946" actId="478"/>
          <ac:spMkLst>
            <pc:docMk/>
            <pc:sldMk cId="3621666427" sldId="274"/>
            <ac:spMk id="3" creationId="{680CD349-B2C0-4150-AE6C-104B04E4BF65}"/>
          </ac:spMkLst>
        </pc:spChg>
        <pc:spChg chg="del">
          <ac:chgData name="Alex Gagnon" userId="c18baaaccbf5293e" providerId="LiveId" clId="{7E05025A-CB40-44B4-922A-8E1EF92AD5AB}" dt="2021-10-29T01:00:44.694" v="1947" actId="478"/>
          <ac:spMkLst>
            <pc:docMk/>
            <pc:sldMk cId="3621666427" sldId="274"/>
            <ac:spMk id="4" creationId="{2D181D32-22DC-4217-9CB8-EBB9B4B04C6E}"/>
          </ac:spMkLst>
        </pc:spChg>
        <pc:spChg chg="add del">
          <ac:chgData name="Alex Gagnon" userId="c18baaaccbf5293e" providerId="LiveId" clId="{7E05025A-CB40-44B4-922A-8E1EF92AD5AB}" dt="2021-10-29T01:13:08.956" v="2114" actId="26606"/>
          <ac:spMkLst>
            <pc:docMk/>
            <pc:sldMk cId="3621666427" sldId="274"/>
            <ac:spMk id="11" creationId="{8CD2B798-7994-4548-A2BE-4AEF9C1A5FAE}"/>
          </ac:spMkLst>
        </pc:spChg>
        <pc:spChg chg="add del">
          <ac:chgData name="Alex Gagnon" userId="c18baaaccbf5293e" providerId="LiveId" clId="{7E05025A-CB40-44B4-922A-8E1EF92AD5AB}" dt="2021-10-29T01:13:08.956" v="2114" actId="26606"/>
          <ac:spMkLst>
            <pc:docMk/>
            <pc:sldMk cId="3621666427" sldId="274"/>
            <ac:spMk id="13" creationId="{E6162320-3B67-42BB-AF9D-939326E6489E}"/>
          </ac:spMkLst>
        </pc:spChg>
        <pc:spChg chg="add del">
          <ac:chgData name="Alex Gagnon" userId="c18baaaccbf5293e" providerId="LiveId" clId="{7E05025A-CB40-44B4-922A-8E1EF92AD5AB}" dt="2021-10-29T01:13:08.956" v="2114" actId="26606"/>
          <ac:spMkLst>
            <pc:docMk/>
            <pc:sldMk cId="3621666427" sldId="274"/>
            <ac:spMk id="17" creationId="{774A886E-E8EF-48CC-8764-20EAE4538CB7}"/>
          </ac:spMkLst>
        </pc:spChg>
        <pc:spChg chg="add">
          <ac:chgData name="Alex Gagnon" userId="c18baaaccbf5293e" providerId="LiveId" clId="{7E05025A-CB40-44B4-922A-8E1EF92AD5AB}" dt="2021-10-29T01:13:08.956" v="2114" actId="26606"/>
          <ac:spMkLst>
            <pc:docMk/>
            <pc:sldMk cId="3621666427" sldId="274"/>
            <ac:spMk id="24" creationId="{8CD2B798-7994-4548-A2BE-4AEF9C1A5FAE}"/>
          </ac:spMkLst>
        </pc:spChg>
        <pc:spChg chg="add">
          <ac:chgData name="Alex Gagnon" userId="c18baaaccbf5293e" providerId="LiveId" clId="{7E05025A-CB40-44B4-922A-8E1EF92AD5AB}" dt="2021-10-29T01:13:08.956" v="2114" actId="26606"/>
          <ac:spMkLst>
            <pc:docMk/>
            <pc:sldMk cId="3621666427" sldId="274"/>
            <ac:spMk id="26" creationId="{E6162320-3B67-42BB-AF9D-939326E6489E}"/>
          </ac:spMkLst>
        </pc:spChg>
        <pc:spChg chg="add">
          <ac:chgData name="Alex Gagnon" userId="c18baaaccbf5293e" providerId="LiveId" clId="{7E05025A-CB40-44B4-922A-8E1EF92AD5AB}" dt="2021-10-29T01:13:08.956" v="2114" actId="26606"/>
          <ac:spMkLst>
            <pc:docMk/>
            <pc:sldMk cId="3621666427" sldId="274"/>
            <ac:spMk id="30" creationId="{774A886E-E8EF-48CC-8764-20EAE4538CB7}"/>
          </ac:spMkLst>
        </pc:spChg>
        <pc:picChg chg="add del mod">
          <ac:chgData name="Alex Gagnon" userId="c18baaaccbf5293e" providerId="LiveId" clId="{7E05025A-CB40-44B4-922A-8E1EF92AD5AB}" dt="2021-10-29T01:12:04.955" v="2104" actId="478"/>
          <ac:picMkLst>
            <pc:docMk/>
            <pc:sldMk cId="3621666427" sldId="274"/>
            <ac:picMk id="6" creationId="{5C8CB1F0-E9BF-4085-BD8C-A59D5B39D229}"/>
          </ac:picMkLst>
        </pc:picChg>
        <pc:picChg chg="add mod">
          <ac:chgData name="Alex Gagnon" userId="c18baaaccbf5293e" providerId="LiveId" clId="{7E05025A-CB40-44B4-922A-8E1EF92AD5AB}" dt="2021-10-29T01:13:08.956" v="2114" actId="26606"/>
          <ac:picMkLst>
            <pc:docMk/>
            <pc:sldMk cId="3621666427" sldId="274"/>
            <ac:picMk id="8" creationId="{557D04D9-C52E-4E40-88B3-923005D46874}"/>
          </ac:picMkLst>
        </pc:picChg>
        <pc:cxnChg chg="add del">
          <ac:chgData name="Alex Gagnon" userId="c18baaaccbf5293e" providerId="LiveId" clId="{7E05025A-CB40-44B4-922A-8E1EF92AD5AB}" dt="2021-10-29T01:13:08.956" v="2114" actId="26606"/>
          <ac:cxnSpMkLst>
            <pc:docMk/>
            <pc:sldMk cId="3621666427" sldId="274"/>
            <ac:cxnSpMk id="15" creationId="{6722E143-84C1-4F95-937C-78B92D2811CF}"/>
          </ac:cxnSpMkLst>
        </pc:cxnChg>
        <pc:cxnChg chg="add del">
          <ac:chgData name="Alex Gagnon" userId="c18baaaccbf5293e" providerId="LiveId" clId="{7E05025A-CB40-44B4-922A-8E1EF92AD5AB}" dt="2021-10-29T01:13:08.956" v="2114" actId="26606"/>
          <ac:cxnSpMkLst>
            <pc:docMk/>
            <pc:sldMk cId="3621666427" sldId="274"/>
            <ac:cxnSpMk id="19" creationId="{EB1993F9-CFC5-495F-9F26-19953445357F}"/>
          </ac:cxnSpMkLst>
        </pc:cxnChg>
        <pc:cxnChg chg="add">
          <ac:chgData name="Alex Gagnon" userId="c18baaaccbf5293e" providerId="LiveId" clId="{7E05025A-CB40-44B4-922A-8E1EF92AD5AB}" dt="2021-10-29T01:13:08.956" v="2114" actId="26606"/>
          <ac:cxnSpMkLst>
            <pc:docMk/>
            <pc:sldMk cId="3621666427" sldId="274"/>
            <ac:cxnSpMk id="28" creationId="{6722E143-84C1-4F95-937C-78B92D2811CF}"/>
          </ac:cxnSpMkLst>
        </pc:cxnChg>
        <pc:cxnChg chg="add">
          <ac:chgData name="Alex Gagnon" userId="c18baaaccbf5293e" providerId="LiveId" clId="{7E05025A-CB40-44B4-922A-8E1EF92AD5AB}" dt="2021-10-29T01:13:08.956" v="2114" actId="26606"/>
          <ac:cxnSpMkLst>
            <pc:docMk/>
            <pc:sldMk cId="3621666427" sldId="274"/>
            <ac:cxnSpMk id="32" creationId="{EB1993F9-CFC5-495F-9F26-19953445357F}"/>
          </ac:cxnSpMkLst>
        </pc:cxnChg>
      </pc:sldChg>
      <pc:sldChg chg="addSp delSp modSp new mod setBg addAnim">
        <pc:chgData name="Alex Gagnon" userId="c18baaaccbf5293e" providerId="LiveId" clId="{7E05025A-CB40-44B4-922A-8E1EF92AD5AB}" dt="2021-10-29T01:13:30.200" v="2135" actId="20577"/>
        <pc:sldMkLst>
          <pc:docMk/>
          <pc:sldMk cId="1636364222" sldId="275"/>
        </pc:sldMkLst>
        <pc:spChg chg="mod">
          <ac:chgData name="Alex Gagnon" userId="c18baaaccbf5293e" providerId="LiveId" clId="{7E05025A-CB40-44B4-922A-8E1EF92AD5AB}" dt="2021-10-29T01:13:30.200" v="2135" actId="20577"/>
          <ac:spMkLst>
            <pc:docMk/>
            <pc:sldMk cId="1636364222" sldId="275"/>
            <ac:spMk id="2" creationId="{06C767B0-7A06-4931-9465-7C3C605DC2DE}"/>
          </ac:spMkLst>
        </pc:spChg>
        <pc:spChg chg="del">
          <ac:chgData name="Alex Gagnon" userId="c18baaaccbf5293e" providerId="LiveId" clId="{7E05025A-CB40-44B4-922A-8E1EF92AD5AB}" dt="2021-10-29T01:05:44.632" v="2028" actId="478"/>
          <ac:spMkLst>
            <pc:docMk/>
            <pc:sldMk cId="1636364222" sldId="275"/>
            <ac:spMk id="3" creationId="{E125AEEE-BD89-4FFE-8791-E059A65B1BB9}"/>
          </ac:spMkLst>
        </pc:spChg>
        <pc:spChg chg="del">
          <ac:chgData name="Alex Gagnon" userId="c18baaaccbf5293e" providerId="LiveId" clId="{7E05025A-CB40-44B4-922A-8E1EF92AD5AB}" dt="2021-10-29T01:05:41.260" v="2027" actId="478"/>
          <ac:spMkLst>
            <pc:docMk/>
            <pc:sldMk cId="1636364222" sldId="275"/>
            <ac:spMk id="4" creationId="{FC677B8F-F697-41AE-A808-A7A4A6979B1F}"/>
          </ac:spMkLst>
        </pc:spChg>
        <pc:spChg chg="add">
          <ac:chgData name="Alex Gagnon" userId="c18baaaccbf5293e" providerId="LiveId" clId="{7E05025A-CB40-44B4-922A-8E1EF92AD5AB}" dt="2021-10-29T01:13:04.762" v="2112" actId="26606"/>
          <ac:spMkLst>
            <pc:docMk/>
            <pc:sldMk cId="1636364222" sldId="275"/>
            <ac:spMk id="13" creationId="{8CD2B798-7994-4548-A2BE-4AEF9C1A5FAE}"/>
          </ac:spMkLst>
        </pc:spChg>
        <pc:spChg chg="add">
          <ac:chgData name="Alex Gagnon" userId="c18baaaccbf5293e" providerId="LiveId" clId="{7E05025A-CB40-44B4-922A-8E1EF92AD5AB}" dt="2021-10-29T01:13:04.762" v="2112" actId="26606"/>
          <ac:spMkLst>
            <pc:docMk/>
            <pc:sldMk cId="1636364222" sldId="275"/>
            <ac:spMk id="15" creationId="{E6162320-3B67-42BB-AF9D-939326E6489E}"/>
          </ac:spMkLst>
        </pc:spChg>
        <pc:spChg chg="add">
          <ac:chgData name="Alex Gagnon" userId="c18baaaccbf5293e" providerId="LiveId" clId="{7E05025A-CB40-44B4-922A-8E1EF92AD5AB}" dt="2021-10-29T01:13:04.762" v="2112" actId="26606"/>
          <ac:spMkLst>
            <pc:docMk/>
            <pc:sldMk cId="1636364222" sldId="275"/>
            <ac:spMk id="19" creationId="{774A886E-E8EF-48CC-8764-20EAE4538CB7}"/>
          </ac:spMkLst>
        </pc:spChg>
        <pc:picChg chg="add del mod">
          <ac:chgData name="Alex Gagnon" userId="c18baaaccbf5293e" providerId="LiveId" clId="{7E05025A-CB40-44B4-922A-8E1EF92AD5AB}" dt="2021-10-29T01:07:00.711" v="2043" actId="478"/>
          <ac:picMkLst>
            <pc:docMk/>
            <pc:sldMk cId="1636364222" sldId="275"/>
            <ac:picMk id="6" creationId="{4943DF9A-1235-4B49-95A1-A3CD59FB004A}"/>
          </ac:picMkLst>
        </pc:picChg>
        <pc:picChg chg="add mod">
          <ac:chgData name="Alex Gagnon" userId="c18baaaccbf5293e" providerId="LiveId" clId="{7E05025A-CB40-44B4-922A-8E1EF92AD5AB}" dt="2021-10-29T01:13:04.762" v="2112" actId="26606"/>
          <ac:picMkLst>
            <pc:docMk/>
            <pc:sldMk cId="1636364222" sldId="275"/>
            <ac:picMk id="8" creationId="{F3F14010-A4E5-43A3-ACB0-945D7D82DAD1}"/>
          </ac:picMkLst>
        </pc:picChg>
        <pc:cxnChg chg="add">
          <ac:chgData name="Alex Gagnon" userId="c18baaaccbf5293e" providerId="LiveId" clId="{7E05025A-CB40-44B4-922A-8E1EF92AD5AB}" dt="2021-10-29T01:13:04.762" v="2112" actId="26606"/>
          <ac:cxnSpMkLst>
            <pc:docMk/>
            <pc:sldMk cId="1636364222" sldId="275"/>
            <ac:cxnSpMk id="17" creationId="{6722E143-84C1-4F95-937C-78B92D2811CF}"/>
          </ac:cxnSpMkLst>
        </pc:cxnChg>
        <pc:cxnChg chg="add">
          <ac:chgData name="Alex Gagnon" userId="c18baaaccbf5293e" providerId="LiveId" clId="{7E05025A-CB40-44B4-922A-8E1EF92AD5AB}" dt="2021-10-29T01:13:04.762" v="2112" actId="26606"/>
          <ac:cxnSpMkLst>
            <pc:docMk/>
            <pc:sldMk cId="1636364222" sldId="275"/>
            <ac:cxnSpMk id="21" creationId="{EB1993F9-CFC5-495F-9F26-19953445357F}"/>
          </ac:cxnSpMkLst>
        </pc:cxnChg>
      </pc:sldChg>
      <pc:sldChg chg="addSp delSp modSp new mod setBg setClrOvrMap">
        <pc:chgData name="Alex Gagnon" userId="c18baaaccbf5293e" providerId="LiveId" clId="{7E05025A-CB40-44B4-922A-8E1EF92AD5AB}" dt="2021-10-29T02:07:02.658" v="3170" actId="5793"/>
        <pc:sldMkLst>
          <pc:docMk/>
          <pc:sldMk cId="615065903" sldId="276"/>
        </pc:sldMkLst>
        <pc:spChg chg="mod">
          <ac:chgData name="Alex Gagnon" userId="c18baaaccbf5293e" providerId="LiveId" clId="{7E05025A-CB40-44B4-922A-8E1EF92AD5AB}" dt="2021-10-29T02:06:48.351" v="3165" actId="26606"/>
          <ac:spMkLst>
            <pc:docMk/>
            <pc:sldMk cId="615065903" sldId="276"/>
            <ac:spMk id="2" creationId="{0ECAB08A-58A1-4DF1-B466-A80A24FD625F}"/>
          </ac:spMkLst>
        </pc:spChg>
        <pc:spChg chg="mod">
          <ac:chgData name="Alex Gagnon" userId="c18baaaccbf5293e" providerId="LiveId" clId="{7E05025A-CB40-44B4-922A-8E1EF92AD5AB}" dt="2021-10-29T02:07:02.658" v="3170" actId="5793"/>
          <ac:spMkLst>
            <pc:docMk/>
            <pc:sldMk cId="615065903" sldId="276"/>
            <ac:spMk id="3" creationId="{7B30CE35-64C3-472B-BDFA-24CC2B8AA77D}"/>
          </ac:spMkLst>
        </pc:spChg>
        <pc:spChg chg="del">
          <ac:chgData name="Alex Gagnon" userId="c18baaaccbf5293e" providerId="LiveId" clId="{7E05025A-CB40-44B4-922A-8E1EF92AD5AB}" dt="2021-10-29T01:47:35.882" v="2651" actId="478"/>
          <ac:spMkLst>
            <pc:docMk/>
            <pc:sldMk cId="615065903" sldId="276"/>
            <ac:spMk id="4" creationId="{CC3F7A61-57A0-41E8-BAD1-556EEE6258B8}"/>
          </ac:spMkLst>
        </pc:spChg>
        <pc:spChg chg="add">
          <ac:chgData name="Alex Gagnon" userId="c18baaaccbf5293e" providerId="LiveId" clId="{7E05025A-CB40-44B4-922A-8E1EF92AD5AB}" dt="2021-10-29T02:06:48.351" v="3165" actId="26606"/>
          <ac:spMkLst>
            <pc:docMk/>
            <pc:sldMk cId="615065903" sldId="276"/>
            <ac:spMk id="8" creationId="{B5068B1C-1A28-475A-A0E0-4C23200D8201}"/>
          </ac:spMkLst>
        </pc:spChg>
        <pc:spChg chg="add">
          <ac:chgData name="Alex Gagnon" userId="c18baaaccbf5293e" providerId="LiveId" clId="{7E05025A-CB40-44B4-922A-8E1EF92AD5AB}" dt="2021-10-29T02:06:48.351" v="3165" actId="26606"/>
          <ac:spMkLst>
            <pc:docMk/>
            <pc:sldMk cId="615065903" sldId="276"/>
            <ac:spMk id="10" creationId="{6D428773-F789-43B7-B5FD-AE49E5BD2E79}"/>
          </ac:spMkLst>
        </pc:spChg>
      </pc:sldChg>
      <pc:sldChg chg="addSp delSp modSp new mod setBg addAnim delAnim">
        <pc:chgData name="Alex Gagnon" userId="c18baaaccbf5293e" providerId="LiveId" clId="{7E05025A-CB40-44B4-922A-8E1EF92AD5AB}" dt="2021-10-29T01:57:44.168" v="2891" actId="1076"/>
        <pc:sldMkLst>
          <pc:docMk/>
          <pc:sldMk cId="3483377879" sldId="277"/>
        </pc:sldMkLst>
        <pc:spChg chg="mod">
          <ac:chgData name="Alex Gagnon" userId="c18baaaccbf5293e" providerId="LiveId" clId="{7E05025A-CB40-44B4-922A-8E1EF92AD5AB}" dt="2021-10-29T01:57:30.044" v="2889" actId="26606"/>
          <ac:spMkLst>
            <pc:docMk/>
            <pc:sldMk cId="3483377879" sldId="277"/>
            <ac:spMk id="2" creationId="{F9E82471-DD25-4EC5-A13A-DC665303142F}"/>
          </ac:spMkLst>
        </pc:spChg>
        <pc:spChg chg="del">
          <ac:chgData name="Alex Gagnon" userId="c18baaaccbf5293e" providerId="LiveId" clId="{7E05025A-CB40-44B4-922A-8E1EF92AD5AB}" dt="2021-10-29T01:55:28.810" v="2882" actId="478"/>
          <ac:spMkLst>
            <pc:docMk/>
            <pc:sldMk cId="3483377879" sldId="277"/>
            <ac:spMk id="3" creationId="{BCF7B0C4-A283-4111-9004-6B1500451D4B}"/>
          </ac:spMkLst>
        </pc:spChg>
        <pc:spChg chg="del">
          <ac:chgData name="Alex Gagnon" userId="c18baaaccbf5293e" providerId="LiveId" clId="{7E05025A-CB40-44B4-922A-8E1EF92AD5AB}" dt="2021-10-29T01:55:30.389" v="2883" actId="478"/>
          <ac:spMkLst>
            <pc:docMk/>
            <pc:sldMk cId="3483377879" sldId="277"/>
            <ac:spMk id="4" creationId="{AA2829CD-4C45-4FF9-AD35-D621B2F0614C}"/>
          </ac:spMkLst>
        </pc:spChg>
        <pc:spChg chg="add">
          <ac:chgData name="Alex Gagnon" userId="c18baaaccbf5293e" providerId="LiveId" clId="{7E05025A-CB40-44B4-922A-8E1EF92AD5AB}" dt="2021-10-29T01:57:30.044" v="2889" actId="26606"/>
          <ac:spMkLst>
            <pc:docMk/>
            <pc:sldMk cId="3483377879" sldId="277"/>
            <ac:spMk id="8" creationId="{3A8EC506-B1DA-46A1-B44D-774E68468E13}"/>
          </ac:spMkLst>
        </pc:spChg>
        <pc:spChg chg="add">
          <ac:chgData name="Alex Gagnon" userId="c18baaaccbf5293e" providerId="LiveId" clId="{7E05025A-CB40-44B4-922A-8E1EF92AD5AB}" dt="2021-10-29T01:57:30.044" v="2889" actId="26606"/>
          <ac:spMkLst>
            <pc:docMk/>
            <pc:sldMk cId="3483377879" sldId="277"/>
            <ac:spMk id="9" creationId="{BFF30785-305E-45D7-984F-5AA93D3CA561}"/>
          </ac:spMkLst>
        </pc:spChg>
        <pc:spChg chg="add del">
          <ac:chgData name="Alex Gagnon" userId="c18baaaccbf5293e" providerId="LiveId" clId="{7E05025A-CB40-44B4-922A-8E1EF92AD5AB}" dt="2021-10-29T01:57:27.529" v="2888" actId="26606"/>
          <ac:spMkLst>
            <pc:docMk/>
            <pc:sldMk cId="3483377879" sldId="277"/>
            <ac:spMk id="11" creationId="{8CD2B798-7994-4548-A2BE-4AEF9C1A5FAE}"/>
          </ac:spMkLst>
        </pc:spChg>
        <pc:spChg chg="add">
          <ac:chgData name="Alex Gagnon" userId="c18baaaccbf5293e" providerId="LiveId" clId="{7E05025A-CB40-44B4-922A-8E1EF92AD5AB}" dt="2021-10-29T01:57:30.044" v="2889" actId="26606"/>
          <ac:spMkLst>
            <pc:docMk/>
            <pc:sldMk cId="3483377879" sldId="277"/>
            <ac:spMk id="12" creationId="{CA73784B-AC76-4BAD-93AF-C72D0EDFD715}"/>
          </ac:spMkLst>
        </pc:spChg>
        <pc:spChg chg="add del">
          <ac:chgData name="Alex Gagnon" userId="c18baaaccbf5293e" providerId="LiveId" clId="{7E05025A-CB40-44B4-922A-8E1EF92AD5AB}" dt="2021-10-29T01:57:27.529" v="2888" actId="26606"/>
          <ac:spMkLst>
            <pc:docMk/>
            <pc:sldMk cId="3483377879" sldId="277"/>
            <ac:spMk id="13" creationId="{E6162320-3B67-42BB-AF9D-939326E6489E}"/>
          </ac:spMkLst>
        </pc:spChg>
        <pc:spChg chg="add del">
          <ac:chgData name="Alex Gagnon" userId="c18baaaccbf5293e" providerId="LiveId" clId="{7E05025A-CB40-44B4-922A-8E1EF92AD5AB}" dt="2021-10-29T01:57:27.529" v="2888" actId="26606"/>
          <ac:spMkLst>
            <pc:docMk/>
            <pc:sldMk cId="3483377879" sldId="277"/>
            <ac:spMk id="17" creationId="{774A886E-E8EF-48CC-8764-20EAE4538CB7}"/>
          </ac:spMkLst>
        </pc:spChg>
        <pc:picChg chg="add mod">
          <ac:chgData name="Alex Gagnon" userId="c18baaaccbf5293e" providerId="LiveId" clId="{7E05025A-CB40-44B4-922A-8E1EF92AD5AB}" dt="2021-10-29T01:57:44.168" v="2891" actId="1076"/>
          <ac:picMkLst>
            <pc:docMk/>
            <pc:sldMk cId="3483377879" sldId="277"/>
            <ac:picMk id="6" creationId="{28F8CF2C-7C8A-40EA-A968-802C069030B7}"/>
          </ac:picMkLst>
        </pc:picChg>
        <pc:cxnChg chg="add">
          <ac:chgData name="Alex Gagnon" userId="c18baaaccbf5293e" providerId="LiveId" clId="{7E05025A-CB40-44B4-922A-8E1EF92AD5AB}" dt="2021-10-29T01:57:30.044" v="2889" actId="26606"/>
          <ac:cxnSpMkLst>
            <pc:docMk/>
            <pc:sldMk cId="3483377879" sldId="277"/>
            <ac:cxnSpMk id="10" creationId="{15E01FA5-D766-43CA-A83D-E7CF3F04E96F}"/>
          </ac:cxnSpMkLst>
        </pc:cxnChg>
        <pc:cxnChg chg="add">
          <ac:chgData name="Alex Gagnon" userId="c18baaaccbf5293e" providerId="LiveId" clId="{7E05025A-CB40-44B4-922A-8E1EF92AD5AB}" dt="2021-10-29T01:57:30.044" v="2889" actId="26606"/>
          <ac:cxnSpMkLst>
            <pc:docMk/>
            <pc:sldMk cId="3483377879" sldId="277"/>
            <ac:cxnSpMk id="14" creationId="{811DCF04-0C7C-44FC-8246-FC8D736B1A71}"/>
          </ac:cxnSpMkLst>
        </pc:cxnChg>
        <pc:cxnChg chg="add del">
          <ac:chgData name="Alex Gagnon" userId="c18baaaccbf5293e" providerId="LiveId" clId="{7E05025A-CB40-44B4-922A-8E1EF92AD5AB}" dt="2021-10-29T01:57:27.529" v="2888" actId="26606"/>
          <ac:cxnSpMkLst>
            <pc:docMk/>
            <pc:sldMk cId="3483377879" sldId="277"/>
            <ac:cxnSpMk id="15" creationId="{6722E143-84C1-4F95-937C-78B92D2811CF}"/>
          </ac:cxnSpMkLst>
        </pc:cxnChg>
        <pc:cxnChg chg="add del">
          <ac:chgData name="Alex Gagnon" userId="c18baaaccbf5293e" providerId="LiveId" clId="{7E05025A-CB40-44B4-922A-8E1EF92AD5AB}" dt="2021-10-29T01:57:27.529" v="2888" actId="26606"/>
          <ac:cxnSpMkLst>
            <pc:docMk/>
            <pc:sldMk cId="3483377879" sldId="277"/>
            <ac:cxnSpMk id="19" creationId="{EB1993F9-CFC5-495F-9F26-19953445357F}"/>
          </ac:cxnSpMkLst>
        </pc:cxnChg>
      </pc:sldChg>
      <pc:sldChg chg="addSp delSp modSp add mod">
        <pc:chgData name="Alex Gagnon" userId="c18baaaccbf5293e" providerId="LiveId" clId="{7E05025A-CB40-44B4-922A-8E1EF92AD5AB}" dt="2021-10-29T01:59:59.421" v="2898" actId="1076"/>
        <pc:sldMkLst>
          <pc:docMk/>
          <pc:sldMk cId="309176389" sldId="278"/>
        </pc:sldMkLst>
        <pc:spChg chg="del">
          <ac:chgData name="Alex Gagnon" userId="c18baaaccbf5293e" providerId="LiveId" clId="{7E05025A-CB40-44B4-922A-8E1EF92AD5AB}" dt="2021-10-29T01:59:47.944" v="2895" actId="26606"/>
          <ac:spMkLst>
            <pc:docMk/>
            <pc:sldMk cId="309176389" sldId="278"/>
            <ac:spMk id="8" creationId="{3A8EC506-B1DA-46A1-B44D-774E68468E13}"/>
          </ac:spMkLst>
        </pc:spChg>
        <pc:spChg chg="del">
          <ac:chgData name="Alex Gagnon" userId="c18baaaccbf5293e" providerId="LiveId" clId="{7E05025A-CB40-44B4-922A-8E1EF92AD5AB}" dt="2021-10-29T01:59:47.944" v="2895" actId="26606"/>
          <ac:spMkLst>
            <pc:docMk/>
            <pc:sldMk cId="309176389" sldId="278"/>
            <ac:spMk id="9" creationId="{BFF30785-305E-45D7-984F-5AA93D3CA561}"/>
          </ac:spMkLst>
        </pc:spChg>
        <pc:spChg chg="del">
          <ac:chgData name="Alex Gagnon" userId="c18baaaccbf5293e" providerId="LiveId" clId="{7E05025A-CB40-44B4-922A-8E1EF92AD5AB}" dt="2021-10-29T01:59:47.944" v="2895" actId="26606"/>
          <ac:spMkLst>
            <pc:docMk/>
            <pc:sldMk cId="309176389" sldId="278"/>
            <ac:spMk id="12" creationId="{CA73784B-AC76-4BAD-93AF-C72D0EDFD715}"/>
          </ac:spMkLst>
        </pc:spChg>
        <pc:spChg chg="add">
          <ac:chgData name="Alex Gagnon" userId="c18baaaccbf5293e" providerId="LiveId" clId="{7E05025A-CB40-44B4-922A-8E1EF92AD5AB}" dt="2021-10-29T01:59:47.944" v="2895" actId="26606"/>
          <ac:spMkLst>
            <pc:docMk/>
            <pc:sldMk cId="309176389" sldId="278"/>
            <ac:spMk id="19" creationId="{3A8EC506-B1DA-46A1-B44D-774E68468E13}"/>
          </ac:spMkLst>
        </pc:spChg>
        <pc:spChg chg="add">
          <ac:chgData name="Alex Gagnon" userId="c18baaaccbf5293e" providerId="LiveId" clId="{7E05025A-CB40-44B4-922A-8E1EF92AD5AB}" dt="2021-10-29T01:59:47.944" v="2895" actId="26606"/>
          <ac:spMkLst>
            <pc:docMk/>
            <pc:sldMk cId="309176389" sldId="278"/>
            <ac:spMk id="21" creationId="{BFF30785-305E-45D7-984F-5AA93D3CA561}"/>
          </ac:spMkLst>
        </pc:spChg>
        <pc:spChg chg="add">
          <ac:chgData name="Alex Gagnon" userId="c18baaaccbf5293e" providerId="LiveId" clId="{7E05025A-CB40-44B4-922A-8E1EF92AD5AB}" dt="2021-10-29T01:59:47.944" v="2895" actId="26606"/>
          <ac:spMkLst>
            <pc:docMk/>
            <pc:sldMk cId="309176389" sldId="278"/>
            <ac:spMk id="25" creationId="{CA73784B-AC76-4BAD-93AF-C72D0EDFD715}"/>
          </ac:spMkLst>
        </pc:spChg>
        <pc:picChg chg="add mod">
          <ac:chgData name="Alex Gagnon" userId="c18baaaccbf5293e" providerId="LiveId" clId="{7E05025A-CB40-44B4-922A-8E1EF92AD5AB}" dt="2021-10-29T01:59:59.421" v="2898" actId="1076"/>
          <ac:picMkLst>
            <pc:docMk/>
            <pc:sldMk cId="309176389" sldId="278"/>
            <ac:picMk id="4" creationId="{E94B28B0-8543-46A9-B1AF-4475697D520B}"/>
          </ac:picMkLst>
        </pc:picChg>
        <pc:picChg chg="del">
          <ac:chgData name="Alex Gagnon" userId="c18baaaccbf5293e" providerId="LiveId" clId="{7E05025A-CB40-44B4-922A-8E1EF92AD5AB}" dt="2021-10-29T01:59:39.799" v="2893" actId="478"/>
          <ac:picMkLst>
            <pc:docMk/>
            <pc:sldMk cId="309176389" sldId="278"/>
            <ac:picMk id="6" creationId="{28F8CF2C-7C8A-40EA-A968-802C069030B7}"/>
          </ac:picMkLst>
        </pc:picChg>
        <pc:cxnChg chg="del">
          <ac:chgData name="Alex Gagnon" userId="c18baaaccbf5293e" providerId="LiveId" clId="{7E05025A-CB40-44B4-922A-8E1EF92AD5AB}" dt="2021-10-29T01:59:47.944" v="2895" actId="26606"/>
          <ac:cxnSpMkLst>
            <pc:docMk/>
            <pc:sldMk cId="309176389" sldId="278"/>
            <ac:cxnSpMk id="10" creationId="{15E01FA5-D766-43CA-A83D-E7CF3F04E96F}"/>
          </ac:cxnSpMkLst>
        </pc:cxnChg>
        <pc:cxnChg chg="del">
          <ac:chgData name="Alex Gagnon" userId="c18baaaccbf5293e" providerId="LiveId" clId="{7E05025A-CB40-44B4-922A-8E1EF92AD5AB}" dt="2021-10-29T01:59:47.944" v="2895" actId="26606"/>
          <ac:cxnSpMkLst>
            <pc:docMk/>
            <pc:sldMk cId="309176389" sldId="278"/>
            <ac:cxnSpMk id="14" creationId="{811DCF04-0C7C-44FC-8246-FC8D736B1A71}"/>
          </ac:cxnSpMkLst>
        </pc:cxnChg>
        <pc:cxnChg chg="add">
          <ac:chgData name="Alex Gagnon" userId="c18baaaccbf5293e" providerId="LiveId" clId="{7E05025A-CB40-44B4-922A-8E1EF92AD5AB}" dt="2021-10-29T01:59:47.944" v="2895" actId="26606"/>
          <ac:cxnSpMkLst>
            <pc:docMk/>
            <pc:sldMk cId="309176389" sldId="278"/>
            <ac:cxnSpMk id="23" creationId="{15E01FA5-D766-43CA-A83D-E7CF3F04E96F}"/>
          </ac:cxnSpMkLst>
        </pc:cxnChg>
        <pc:cxnChg chg="add">
          <ac:chgData name="Alex Gagnon" userId="c18baaaccbf5293e" providerId="LiveId" clId="{7E05025A-CB40-44B4-922A-8E1EF92AD5AB}" dt="2021-10-29T01:59:47.944" v="2895" actId="26606"/>
          <ac:cxnSpMkLst>
            <pc:docMk/>
            <pc:sldMk cId="309176389" sldId="278"/>
            <ac:cxnSpMk id="27" creationId="{811DCF04-0C7C-44FC-8246-FC8D736B1A71}"/>
          </ac:cxnSpMkLst>
        </pc:cxnChg>
      </pc:sldChg>
      <pc:sldChg chg="addSp delSp modSp new mod setBg">
        <pc:chgData name="Alex Gagnon" userId="c18baaaccbf5293e" providerId="LiveId" clId="{7E05025A-CB40-44B4-922A-8E1EF92AD5AB}" dt="2021-10-29T02:00:42.099" v="2967" actId="26606"/>
        <pc:sldMkLst>
          <pc:docMk/>
          <pc:sldMk cId="1391425650" sldId="279"/>
        </pc:sldMkLst>
        <pc:spChg chg="mod">
          <ac:chgData name="Alex Gagnon" userId="c18baaaccbf5293e" providerId="LiveId" clId="{7E05025A-CB40-44B4-922A-8E1EF92AD5AB}" dt="2021-10-29T02:00:42.099" v="2967" actId="26606"/>
          <ac:spMkLst>
            <pc:docMk/>
            <pc:sldMk cId="1391425650" sldId="279"/>
            <ac:spMk id="2" creationId="{5BC41234-E7CB-4CF5-AD39-A65D08ED9E8A}"/>
          </ac:spMkLst>
        </pc:spChg>
        <pc:spChg chg="del">
          <ac:chgData name="Alex Gagnon" userId="c18baaaccbf5293e" providerId="LiveId" clId="{7E05025A-CB40-44B4-922A-8E1EF92AD5AB}" dt="2021-10-29T02:00:17.926" v="2901" actId="478"/>
          <ac:spMkLst>
            <pc:docMk/>
            <pc:sldMk cId="1391425650" sldId="279"/>
            <ac:spMk id="3" creationId="{93428A31-E031-4C1D-939B-90624DBC35B4}"/>
          </ac:spMkLst>
        </pc:spChg>
        <pc:spChg chg="del">
          <ac:chgData name="Alex Gagnon" userId="c18baaaccbf5293e" providerId="LiveId" clId="{7E05025A-CB40-44B4-922A-8E1EF92AD5AB}" dt="2021-10-29T02:00:16.020" v="2900" actId="478"/>
          <ac:spMkLst>
            <pc:docMk/>
            <pc:sldMk cId="1391425650" sldId="279"/>
            <ac:spMk id="4" creationId="{F821B02B-3A6C-42B6-9A3E-C748733485E1}"/>
          </ac:spMkLst>
        </pc:spChg>
        <pc:spChg chg="add del">
          <ac:chgData name="Alex Gagnon" userId="c18baaaccbf5293e" providerId="LiveId" clId="{7E05025A-CB40-44B4-922A-8E1EF92AD5AB}" dt="2021-10-29T02:00:42.067" v="2966" actId="26606"/>
          <ac:spMkLst>
            <pc:docMk/>
            <pc:sldMk cId="1391425650" sldId="279"/>
            <ac:spMk id="7" creationId="{BE194971-2F2D-44B0-8AE6-FF2DCCEE0A96}"/>
          </ac:spMkLst>
        </pc:spChg>
        <pc:spChg chg="add del">
          <ac:chgData name="Alex Gagnon" userId="c18baaaccbf5293e" providerId="LiveId" clId="{7E05025A-CB40-44B4-922A-8E1EF92AD5AB}" dt="2021-10-29T02:00:42.067" v="2966" actId="26606"/>
          <ac:spMkLst>
            <pc:docMk/>
            <pc:sldMk cId="1391425650" sldId="279"/>
            <ac:spMk id="9" creationId="{1FF9A61E-EB11-4C46-82E1-3E00A3B4B4D6}"/>
          </ac:spMkLst>
        </pc:spChg>
        <pc:spChg chg="add del">
          <ac:chgData name="Alex Gagnon" userId="c18baaaccbf5293e" providerId="LiveId" clId="{7E05025A-CB40-44B4-922A-8E1EF92AD5AB}" dt="2021-10-29T02:00:42.067" v="2966" actId="26606"/>
          <ac:spMkLst>
            <pc:docMk/>
            <pc:sldMk cId="1391425650" sldId="279"/>
            <ac:spMk id="13" creationId="{A83E24CA-3560-4B77-9F4B-793BE2A6DECD}"/>
          </ac:spMkLst>
        </pc:spChg>
        <pc:spChg chg="add del">
          <ac:chgData name="Alex Gagnon" userId="c18baaaccbf5293e" providerId="LiveId" clId="{7E05025A-CB40-44B4-922A-8E1EF92AD5AB}" dt="2021-10-29T02:00:42.067" v="2966" actId="26606"/>
          <ac:spMkLst>
            <pc:docMk/>
            <pc:sldMk cId="1391425650" sldId="279"/>
            <ac:spMk id="15" creationId="{36A995F0-906C-4573-A739-16EED217D852}"/>
          </ac:spMkLst>
        </pc:spChg>
        <pc:spChg chg="add">
          <ac:chgData name="Alex Gagnon" userId="c18baaaccbf5293e" providerId="LiveId" clId="{7E05025A-CB40-44B4-922A-8E1EF92AD5AB}" dt="2021-10-29T02:00:42.099" v="2967" actId="26606"/>
          <ac:spMkLst>
            <pc:docMk/>
            <pc:sldMk cId="1391425650" sldId="279"/>
            <ac:spMk id="19" creationId="{BE194971-2F2D-44B0-8AE6-FF2DCCEE0A96}"/>
          </ac:spMkLst>
        </pc:spChg>
        <pc:spChg chg="add">
          <ac:chgData name="Alex Gagnon" userId="c18baaaccbf5293e" providerId="LiveId" clId="{7E05025A-CB40-44B4-922A-8E1EF92AD5AB}" dt="2021-10-29T02:00:42.099" v="2967" actId="26606"/>
          <ac:spMkLst>
            <pc:docMk/>
            <pc:sldMk cId="1391425650" sldId="279"/>
            <ac:spMk id="20" creationId="{1FF9A61E-EB11-4C46-82E1-3E00A3B4B4D6}"/>
          </ac:spMkLst>
        </pc:spChg>
        <pc:spChg chg="add">
          <ac:chgData name="Alex Gagnon" userId="c18baaaccbf5293e" providerId="LiveId" clId="{7E05025A-CB40-44B4-922A-8E1EF92AD5AB}" dt="2021-10-29T02:00:42.099" v="2967" actId="26606"/>
          <ac:spMkLst>
            <pc:docMk/>
            <pc:sldMk cId="1391425650" sldId="279"/>
            <ac:spMk id="22" creationId="{77C4FC30-B5C3-47C2-B8E7-93106C428B9D}"/>
          </ac:spMkLst>
        </pc:spChg>
        <pc:spChg chg="add">
          <ac:chgData name="Alex Gagnon" userId="c18baaaccbf5293e" providerId="LiveId" clId="{7E05025A-CB40-44B4-922A-8E1EF92AD5AB}" dt="2021-10-29T02:00:42.099" v="2967" actId="26606"/>
          <ac:spMkLst>
            <pc:docMk/>
            <pc:sldMk cId="1391425650" sldId="279"/>
            <ac:spMk id="23" creationId="{6105862B-0C5A-4A14-8804-4EC82F8E5DA4}"/>
          </ac:spMkLst>
        </pc:spChg>
        <pc:spChg chg="add">
          <ac:chgData name="Alex Gagnon" userId="c18baaaccbf5293e" providerId="LiveId" clId="{7E05025A-CB40-44B4-922A-8E1EF92AD5AB}" dt="2021-10-29T02:00:42.099" v="2967" actId="26606"/>
          <ac:spMkLst>
            <pc:docMk/>
            <pc:sldMk cId="1391425650" sldId="279"/>
            <ac:spMk id="24" creationId="{39365198-CF4B-47A0-AFF6-FF5D2339FC69}"/>
          </ac:spMkLst>
        </pc:spChg>
        <pc:cxnChg chg="add del">
          <ac:chgData name="Alex Gagnon" userId="c18baaaccbf5293e" providerId="LiveId" clId="{7E05025A-CB40-44B4-922A-8E1EF92AD5AB}" dt="2021-10-29T02:00:42.067" v="2966" actId="26606"/>
          <ac:cxnSpMkLst>
            <pc:docMk/>
            <pc:sldMk cId="1391425650" sldId="279"/>
            <ac:cxnSpMk id="11" creationId="{5E564EB3-35F2-4EFF-87DC-642DC020526D}"/>
          </ac:cxnSpMkLst>
        </pc:cxnChg>
        <pc:cxnChg chg="add del">
          <ac:chgData name="Alex Gagnon" userId="c18baaaccbf5293e" providerId="LiveId" clId="{7E05025A-CB40-44B4-922A-8E1EF92AD5AB}" dt="2021-10-29T02:00:42.067" v="2966" actId="26606"/>
          <ac:cxnSpMkLst>
            <pc:docMk/>
            <pc:sldMk cId="1391425650" sldId="279"/>
            <ac:cxnSpMk id="17" creationId="{C3F5F06D-7250-43A5-9B61-0B7F1FD7E395}"/>
          </ac:cxnSpMkLst>
        </pc:cxnChg>
        <pc:cxnChg chg="add">
          <ac:chgData name="Alex Gagnon" userId="c18baaaccbf5293e" providerId="LiveId" clId="{7E05025A-CB40-44B4-922A-8E1EF92AD5AB}" dt="2021-10-29T02:00:42.099" v="2967" actId="26606"/>
          <ac:cxnSpMkLst>
            <pc:docMk/>
            <pc:sldMk cId="1391425650" sldId="279"/>
            <ac:cxnSpMk id="21" creationId="{5E564EB3-35F2-4EFF-87DC-642DC020526D}"/>
          </ac:cxnSpMkLst>
        </pc:cxnChg>
      </pc:sldChg>
      <pc:sldChg chg="addSp delSp modSp add mod">
        <pc:chgData name="Alex Gagnon" userId="c18baaaccbf5293e" providerId="LiveId" clId="{7E05025A-CB40-44B4-922A-8E1EF92AD5AB}" dt="2021-10-29T02:03:33.415" v="3016" actId="14100"/>
        <pc:sldMkLst>
          <pc:docMk/>
          <pc:sldMk cId="791480516" sldId="280"/>
        </pc:sldMkLst>
        <pc:spChg chg="del">
          <ac:chgData name="Alex Gagnon" userId="c18baaaccbf5293e" providerId="LiveId" clId="{7E05025A-CB40-44B4-922A-8E1EF92AD5AB}" dt="2021-10-29T02:03:29.868" v="3015" actId="26606"/>
          <ac:spMkLst>
            <pc:docMk/>
            <pc:sldMk cId="791480516" sldId="280"/>
            <ac:spMk id="19" creationId="{3A8EC506-B1DA-46A1-B44D-774E68468E13}"/>
          </ac:spMkLst>
        </pc:spChg>
        <pc:spChg chg="del">
          <ac:chgData name="Alex Gagnon" userId="c18baaaccbf5293e" providerId="LiveId" clId="{7E05025A-CB40-44B4-922A-8E1EF92AD5AB}" dt="2021-10-29T02:03:29.868" v="3015" actId="26606"/>
          <ac:spMkLst>
            <pc:docMk/>
            <pc:sldMk cId="791480516" sldId="280"/>
            <ac:spMk id="21" creationId="{BFF30785-305E-45D7-984F-5AA93D3CA561}"/>
          </ac:spMkLst>
        </pc:spChg>
        <pc:spChg chg="del">
          <ac:chgData name="Alex Gagnon" userId="c18baaaccbf5293e" providerId="LiveId" clId="{7E05025A-CB40-44B4-922A-8E1EF92AD5AB}" dt="2021-10-29T02:03:29.868" v="3015" actId="26606"/>
          <ac:spMkLst>
            <pc:docMk/>
            <pc:sldMk cId="791480516" sldId="280"/>
            <ac:spMk id="25" creationId="{CA73784B-AC76-4BAD-93AF-C72D0EDFD715}"/>
          </ac:spMkLst>
        </pc:spChg>
        <pc:spChg chg="add">
          <ac:chgData name="Alex Gagnon" userId="c18baaaccbf5293e" providerId="LiveId" clId="{7E05025A-CB40-44B4-922A-8E1EF92AD5AB}" dt="2021-10-29T02:03:29.868" v="3015" actId="26606"/>
          <ac:spMkLst>
            <pc:docMk/>
            <pc:sldMk cId="791480516" sldId="280"/>
            <ac:spMk id="32" creationId="{3A8EC506-B1DA-46A1-B44D-774E68468E13}"/>
          </ac:spMkLst>
        </pc:spChg>
        <pc:spChg chg="add">
          <ac:chgData name="Alex Gagnon" userId="c18baaaccbf5293e" providerId="LiveId" clId="{7E05025A-CB40-44B4-922A-8E1EF92AD5AB}" dt="2021-10-29T02:03:29.868" v="3015" actId="26606"/>
          <ac:spMkLst>
            <pc:docMk/>
            <pc:sldMk cId="791480516" sldId="280"/>
            <ac:spMk id="34" creationId="{BFF30785-305E-45D7-984F-5AA93D3CA561}"/>
          </ac:spMkLst>
        </pc:spChg>
        <pc:spChg chg="add">
          <ac:chgData name="Alex Gagnon" userId="c18baaaccbf5293e" providerId="LiveId" clId="{7E05025A-CB40-44B4-922A-8E1EF92AD5AB}" dt="2021-10-29T02:03:29.868" v="3015" actId="26606"/>
          <ac:spMkLst>
            <pc:docMk/>
            <pc:sldMk cId="791480516" sldId="280"/>
            <ac:spMk id="38" creationId="{CA73784B-AC76-4BAD-93AF-C72D0EDFD715}"/>
          </ac:spMkLst>
        </pc:spChg>
        <pc:picChg chg="del">
          <ac:chgData name="Alex Gagnon" userId="c18baaaccbf5293e" providerId="LiveId" clId="{7E05025A-CB40-44B4-922A-8E1EF92AD5AB}" dt="2021-10-29T02:02:17.651" v="3011" actId="478"/>
          <ac:picMkLst>
            <pc:docMk/>
            <pc:sldMk cId="791480516" sldId="280"/>
            <ac:picMk id="4" creationId="{E94B28B0-8543-46A9-B1AF-4475697D520B}"/>
          </ac:picMkLst>
        </pc:picChg>
        <pc:picChg chg="add mod">
          <ac:chgData name="Alex Gagnon" userId="c18baaaccbf5293e" providerId="LiveId" clId="{7E05025A-CB40-44B4-922A-8E1EF92AD5AB}" dt="2021-10-29T02:03:33.415" v="3016" actId="14100"/>
          <ac:picMkLst>
            <pc:docMk/>
            <pc:sldMk cId="791480516" sldId="280"/>
            <ac:picMk id="5" creationId="{9082BDF3-207B-4EAE-8F0B-209FA77C2952}"/>
          </ac:picMkLst>
        </pc:picChg>
        <pc:cxnChg chg="del">
          <ac:chgData name="Alex Gagnon" userId="c18baaaccbf5293e" providerId="LiveId" clId="{7E05025A-CB40-44B4-922A-8E1EF92AD5AB}" dt="2021-10-29T02:03:29.868" v="3015" actId="26606"/>
          <ac:cxnSpMkLst>
            <pc:docMk/>
            <pc:sldMk cId="791480516" sldId="280"/>
            <ac:cxnSpMk id="23" creationId="{15E01FA5-D766-43CA-A83D-E7CF3F04E96F}"/>
          </ac:cxnSpMkLst>
        </pc:cxnChg>
        <pc:cxnChg chg="del">
          <ac:chgData name="Alex Gagnon" userId="c18baaaccbf5293e" providerId="LiveId" clId="{7E05025A-CB40-44B4-922A-8E1EF92AD5AB}" dt="2021-10-29T02:03:29.868" v="3015" actId="26606"/>
          <ac:cxnSpMkLst>
            <pc:docMk/>
            <pc:sldMk cId="791480516" sldId="280"/>
            <ac:cxnSpMk id="27" creationId="{811DCF04-0C7C-44FC-8246-FC8D736B1A71}"/>
          </ac:cxnSpMkLst>
        </pc:cxnChg>
        <pc:cxnChg chg="add">
          <ac:chgData name="Alex Gagnon" userId="c18baaaccbf5293e" providerId="LiveId" clId="{7E05025A-CB40-44B4-922A-8E1EF92AD5AB}" dt="2021-10-29T02:03:29.868" v="3015" actId="26606"/>
          <ac:cxnSpMkLst>
            <pc:docMk/>
            <pc:sldMk cId="791480516" sldId="280"/>
            <ac:cxnSpMk id="36" creationId="{15E01FA5-D766-43CA-A83D-E7CF3F04E96F}"/>
          </ac:cxnSpMkLst>
        </pc:cxnChg>
        <pc:cxnChg chg="add">
          <ac:chgData name="Alex Gagnon" userId="c18baaaccbf5293e" providerId="LiveId" clId="{7E05025A-CB40-44B4-922A-8E1EF92AD5AB}" dt="2021-10-29T02:03:29.868" v="3015" actId="26606"/>
          <ac:cxnSpMkLst>
            <pc:docMk/>
            <pc:sldMk cId="791480516" sldId="280"/>
            <ac:cxnSpMk id="40" creationId="{811DCF04-0C7C-44FC-8246-FC8D736B1A71}"/>
          </ac:cxnSpMkLst>
        </pc:cxnChg>
      </pc:sldChg>
      <pc:sldChg chg="addSp delSp modSp new mod setBg setClrOvrMap">
        <pc:chgData name="Alex Gagnon" userId="c18baaaccbf5293e" providerId="LiveId" clId="{7E05025A-CB40-44B4-922A-8E1EF92AD5AB}" dt="2021-10-29T02:41:01.683" v="4620" actId="26606"/>
        <pc:sldMkLst>
          <pc:docMk/>
          <pc:sldMk cId="1780471995" sldId="281"/>
        </pc:sldMkLst>
        <pc:spChg chg="mod">
          <ac:chgData name="Alex Gagnon" userId="c18baaaccbf5293e" providerId="LiveId" clId="{7E05025A-CB40-44B4-922A-8E1EF92AD5AB}" dt="2021-10-29T02:41:01.683" v="4620" actId="26606"/>
          <ac:spMkLst>
            <pc:docMk/>
            <pc:sldMk cId="1780471995" sldId="281"/>
            <ac:spMk id="2" creationId="{523F687D-4C7E-4496-BB4B-20B1C9996FEF}"/>
          </ac:spMkLst>
        </pc:spChg>
        <pc:spChg chg="mod">
          <ac:chgData name="Alex Gagnon" userId="c18baaaccbf5293e" providerId="LiveId" clId="{7E05025A-CB40-44B4-922A-8E1EF92AD5AB}" dt="2021-10-29T02:41:01.683" v="4620" actId="26606"/>
          <ac:spMkLst>
            <pc:docMk/>
            <pc:sldMk cId="1780471995" sldId="281"/>
            <ac:spMk id="3" creationId="{B20C7AB9-F52C-4828-8ACB-573C7750238A}"/>
          </ac:spMkLst>
        </pc:spChg>
        <pc:spChg chg="del">
          <ac:chgData name="Alex Gagnon" userId="c18baaaccbf5293e" providerId="LiveId" clId="{7E05025A-CB40-44B4-922A-8E1EF92AD5AB}" dt="2021-10-29T02:17:02.015" v="3218" actId="478"/>
          <ac:spMkLst>
            <pc:docMk/>
            <pc:sldMk cId="1780471995" sldId="281"/>
            <ac:spMk id="4" creationId="{BA8A0C4B-FE62-4DFC-B9A6-8FDD158FCFB4}"/>
          </ac:spMkLst>
        </pc:spChg>
        <pc:spChg chg="add del">
          <ac:chgData name="Alex Gagnon" userId="c18baaaccbf5293e" providerId="LiveId" clId="{7E05025A-CB40-44B4-922A-8E1EF92AD5AB}" dt="2021-10-29T02:41:01.683" v="4620" actId="26606"/>
          <ac:spMkLst>
            <pc:docMk/>
            <pc:sldMk cId="1780471995" sldId="281"/>
            <ac:spMk id="8" creationId="{0E7A3056-9B88-444B-94DA-40B0F2C6E217}"/>
          </ac:spMkLst>
        </pc:spChg>
        <pc:spChg chg="add del">
          <ac:chgData name="Alex Gagnon" userId="c18baaaccbf5293e" providerId="LiveId" clId="{7E05025A-CB40-44B4-922A-8E1EF92AD5AB}" dt="2021-10-29T02:41:01.683" v="4620" actId="26606"/>
          <ac:spMkLst>
            <pc:docMk/>
            <pc:sldMk cId="1780471995" sldId="281"/>
            <ac:spMk id="12" creationId="{DA215CF0-5E5E-4D2E-B3AE-366652A368E0}"/>
          </ac:spMkLst>
        </pc:spChg>
        <pc:spChg chg="add">
          <ac:chgData name="Alex Gagnon" userId="c18baaaccbf5293e" providerId="LiveId" clId="{7E05025A-CB40-44B4-922A-8E1EF92AD5AB}" dt="2021-10-29T02:41:01.683" v="4620" actId="26606"/>
          <ac:spMkLst>
            <pc:docMk/>
            <pc:sldMk cId="1780471995" sldId="281"/>
            <ac:spMk id="17" creationId="{39E4C68A-A4A9-48A4-9FF2-D2896B1EA01F}"/>
          </ac:spMkLst>
        </pc:spChg>
        <pc:spChg chg="add">
          <ac:chgData name="Alex Gagnon" userId="c18baaaccbf5293e" providerId="LiveId" clId="{7E05025A-CB40-44B4-922A-8E1EF92AD5AB}" dt="2021-10-29T02:41:01.683" v="4620" actId="26606"/>
          <ac:spMkLst>
            <pc:docMk/>
            <pc:sldMk cId="1780471995" sldId="281"/>
            <ac:spMk id="19" creationId="{E2B9AEA5-52CB-49A6-AF8A-33502F291B91}"/>
          </ac:spMkLst>
        </pc:spChg>
        <pc:cxnChg chg="add del">
          <ac:chgData name="Alex Gagnon" userId="c18baaaccbf5293e" providerId="LiveId" clId="{7E05025A-CB40-44B4-922A-8E1EF92AD5AB}" dt="2021-10-29T02:41:01.683" v="4620" actId="26606"/>
          <ac:cxnSpMkLst>
            <pc:docMk/>
            <pc:sldMk cId="1780471995" sldId="281"/>
            <ac:cxnSpMk id="10" creationId="{6820BD55-A71A-48C6-B0F7-235147F39DEE}"/>
          </ac:cxnSpMkLst>
        </pc:cxnChg>
      </pc:sldChg>
      <pc:sldChg chg="delSp modSp new mod">
        <pc:chgData name="Alex Gagnon" userId="c18baaaccbf5293e" providerId="LiveId" clId="{7E05025A-CB40-44B4-922A-8E1EF92AD5AB}" dt="2021-11-04T23:30:09.620" v="4699" actId="20577"/>
        <pc:sldMkLst>
          <pc:docMk/>
          <pc:sldMk cId="3341383042" sldId="282"/>
        </pc:sldMkLst>
        <pc:spChg chg="mod">
          <ac:chgData name="Alex Gagnon" userId="c18baaaccbf5293e" providerId="LiveId" clId="{7E05025A-CB40-44B4-922A-8E1EF92AD5AB}" dt="2021-10-29T02:20:13.028" v="3364" actId="20577"/>
          <ac:spMkLst>
            <pc:docMk/>
            <pc:sldMk cId="3341383042" sldId="282"/>
            <ac:spMk id="2" creationId="{FF668A48-F30C-44AB-90ED-F4CC35D32A9B}"/>
          </ac:spMkLst>
        </pc:spChg>
        <pc:spChg chg="mod">
          <ac:chgData name="Alex Gagnon" userId="c18baaaccbf5293e" providerId="LiveId" clId="{7E05025A-CB40-44B4-922A-8E1EF92AD5AB}" dt="2021-11-04T23:30:09.620" v="4699" actId="20577"/>
          <ac:spMkLst>
            <pc:docMk/>
            <pc:sldMk cId="3341383042" sldId="282"/>
            <ac:spMk id="3" creationId="{4079D492-BE09-4236-95FE-145F6CA396DE}"/>
          </ac:spMkLst>
        </pc:spChg>
        <pc:spChg chg="del">
          <ac:chgData name="Alex Gagnon" userId="c18baaaccbf5293e" providerId="LiveId" clId="{7E05025A-CB40-44B4-922A-8E1EF92AD5AB}" dt="2021-10-29T02:22:50.796" v="3656" actId="478"/>
          <ac:spMkLst>
            <pc:docMk/>
            <pc:sldMk cId="3341383042" sldId="282"/>
            <ac:spMk id="4" creationId="{0FA0423F-E240-4BC2-8F89-19CB80F4A24F}"/>
          </ac:spMkLst>
        </pc:spChg>
      </pc:sldChg>
      <pc:sldChg chg="delSp modSp new mod">
        <pc:chgData name="Alex Gagnon" userId="c18baaaccbf5293e" providerId="LiveId" clId="{7E05025A-CB40-44B4-922A-8E1EF92AD5AB}" dt="2021-10-29T02:38:46.462" v="4407" actId="20577"/>
        <pc:sldMkLst>
          <pc:docMk/>
          <pc:sldMk cId="4086112404" sldId="283"/>
        </pc:sldMkLst>
        <pc:spChg chg="mod">
          <ac:chgData name="Alex Gagnon" userId="c18baaaccbf5293e" providerId="LiveId" clId="{7E05025A-CB40-44B4-922A-8E1EF92AD5AB}" dt="2021-10-29T02:25:33.713" v="3860" actId="20577"/>
          <ac:spMkLst>
            <pc:docMk/>
            <pc:sldMk cId="4086112404" sldId="283"/>
            <ac:spMk id="2" creationId="{14C3FDD7-600B-4E3B-BC77-13DFCEAB86F2}"/>
          </ac:spMkLst>
        </pc:spChg>
        <pc:spChg chg="mod">
          <ac:chgData name="Alex Gagnon" userId="c18baaaccbf5293e" providerId="LiveId" clId="{7E05025A-CB40-44B4-922A-8E1EF92AD5AB}" dt="2021-10-29T02:38:46.462" v="4407" actId="20577"/>
          <ac:spMkLst>
            <pc:docMk/>
            <pc:sldMk cId="4086112404" sldId="283"/>
            <ac:spMk id="3" creationId="{6E633DF8-4DD0-4A18-A77D-D2CFCED0B441}"/>
          </ac:spMkLst>
        </pc:spChg>
        <pc:spChg chg="del">
          <ac:chgData name="Alex Gagnon" userId="c18baaaccbf5293e" providerId="LiveId" clId="{7E05025A-CB40-44B4-922A-8E1EF92AD5AB}" dt="2021-10-29T02:28:42.561" v="3897" actId="478"/>
          <ac:spMkLst>
            <pc:docMk/>
            <pc:sldMk cId="4086112404" sldId="283"/>
            <ac:spMk id="4" creationId="{523AFC93-2872-441B-9144-4791C24A9F96}"/>
          </ac:spMkLst>
        </pc:spChg>
      </pc:sldChg>
      <pc:sldChg chg="addSp delSp modSp new mod setBg setClrOvrMap">
        <pc:chgData name="Alex Gagnon" userId="c18baaaccbf5293e" providerId="LiveId" clId="{7E05025A-CB40-44B4-922A-8E1EF92AD5AB}" dt="2021-10-29T02:27:18.180" v="3896" actId="20577"/>
        <pc:sldMkLst>
          <pc:docMk/>
          <pc:sldMk cId="1309957644" sldId="284"/>
        </pc:sldMkLst>
        <pc:spChg chg="del">
          <ac:chgData name="Alex Gagnon" userId="c18baaaccbf5293e" providerId="LiveId" clId="{7E05025A-CB40-44B4-922A-8E1EF92AD5AB}" dt="2021-10-29T02:26:23.017" v="3862" actId="478"/>
          <ac:spMkLst>
            <pc:docMk/>
            <pc:sldMk cId="1309957644" sldId="284"/>
            <ac:spMk id="2" creationId="{600F2911-A94D-4A79-9EAA-92B735462609}"/>
          </ac:spMkLst>
        </pc:spChg>
        <pc:spChg chg="mod">
          <ac:chgData name="Alex Gagnon" userId="c18baaaccbf5293e" providerId="LiveId" clId="{7E05025A-CB40-44B4-922A-8E1EF92AD5AB}" dt="2021-10-29T02:27:18.180" v="3896" actId="20577"/>
          <ac:spMkLst>
            <pc:docMk/>
            <pc:sldMk cId="1309957644" sldId="284"/>
            <ac:spMk id="3" creationId="{151601D6-485E-4A71-B4F8-B28E3D7E867A}"/>
          </ac:spMkLst>
        </pc:spChg>
        <pc:spChg chg="del">
          <ac:chgData name="Alex Gagnon" userId="c18baaaccbf5293e" providerId="LiveId" clId="{7E05025A-CB40-44B4-922A-8E1EF92AD5AB}" dt="2021-10-29T02:26:30.359" v="3864" actId="478"/>
          <ac:spMkLst>
            <pc:docMk/>
            <pc:sldMk cId="1309957644" sldId="284"/>
            <ac:spMk id="4" creationId="{23C50666-7FC7-4EF4-9ABE-5ADE3F694068}"/>
          </ac:spMkLst>
        </pc:spChg>
        <pc:spChg chg="add">
          <ac:chgData name="Alex Gagnon" userId="c18baaaccbf5293e" providerId="LiveId" clId="{7E05025A-CB40-44B4-922A-8E1EF92AD5AB}" dt="2021-10-29T02:26:48.682" v="3867" actId="26606"/>
          <ac:spMkLst>
            <pc:docMk/>
            <pc:sldMk cId="1309957644" sldId="284"/>
            <ac:spMk id="8" creationId="{70D4A79B-06B2-4FE7-9CF6-54D940A8FEA3}"/>
          </ac:spMkLst>
        </pc:spChg>
        <pc:spChg chg="add">
          <ac:chgData name="Alex Gagnon" userId="c18baaaccbf5293e" providerId="LiveId" clId="{7E05025A-CB40-44B4-922A-8E1EF92AD5AB}" dt="2021-10-29T02:26:48.682" v="3867" actId="26606"/>
          <ac:spMkLst>
            <pc:docMk/>
            <pc:sldMk cId="1309957644" sldId="284"/>
            <ac:spMk id="10" creationId="{4BBFA14D-8E4F-42D4-B5A0-9588A6A45452}"/>
          </ac:spMkLst>
        </pc:spChg>
        <pc:cxnChg chg="add">
          <ac:chgData name="Alex Gagnon" userId="c18baaaccbf5293e" providerId="LiveId" clId="{7E05025A-CB40-44B4-922A-8E1EF92AD5AB}" dt="2021-10-29T02:26:48.682" v="3867" actId="26606"/>
          <ac:cxnSpMkLst>
            <pc:docMk/>
            <pc:sldMk cId="1309957644" sldId="284"/>
            <ac:cxnSpMk id="12" creationId="{610B2B88-1A1B-486B-9366-918FE2E71D41}"/>
          </ac:cxnSpMkLst>
        </pc:cxnChg>
      </pc:sldChg>
    </pc:docChg>
  </pc:docChgLst>
  <pc:docChgLst>
    <pc:chgData name="Alex Gagnon" userId="c18baaaccbf5293e" providerId="LiveId" clId="{63DB4420-D83C-40FA-8C75-D04D5B899DAB}"/>
    <pc:docChg chg="modSld">
      <pc:chgData name="Alex Gagnon" userId="c18baaaccbf5293e" providerId="LiveId" clId="{63DB4420-D83C-40FA-8C75-D04D5B899DAB}" dt="2022-02-20T20:31:36.944" v="1" actId="20577"/>
      <pc:docMkLst>
        <pc:docMk/>
      </pc:docMkLst>
      <pc:sldChg chg="modSp">
        <pc:chgData name="Alex Gagnon" userId="c18baaaccbf5293e" providerId="LiveId" clId="{63DB4420-D83C-40FA-8C75-D04D5B899DAB}" dt="2022-02-20T20:31:36.944" v="1" actId="20577"/>
        <pc:sldMkLst>
          <pc:docMk/>
          <pc:sldMk cId="877881326" sldId="272"/>
        </pc:sldMkLst>
        <pc:spChg chg="mod">
          <ac:chgData name="Alex Gagnon" userId="c18baaaccbf5293e" providerId="LiveId" clId="{63DB4420-D83C-40FA-8C75-D04D5B899DAB}" dt="2022-02-20T20:31:36.944" v="1" actId="20577"/>
          <ac:spMkLst>
            <pc:docMk/>
            <pc:sldMk cId="877881326" sldId="272"/>
            <ac:spMk id="2" creationId="{40C6119B-4038-4C3B-A459-1C92EA7EA1FE}"/>
          </ac:spMkLst>
        </pc:spChg>
      </pc:sldChg>
      <pc:sldChg chg="modSp mod">
        <pc:chgData name="Alex Gagnon" userId="c18baaaccbf5293e" providerId="LiveId" clId="{63DB4420-D83C-40FA-8C75-D04D5B899DAB}" dt="2022-02-20T20:31:08.668" v="0" actId="20577"/>
        <pc:sldMkLst>
          <pc:docMk/>
          <pc:sldMk cId="1780471995" sldId="281"/>
        </pc:sldMkLst>
        <pc:spChg chg="mod">
          <ac:chgData name="Alex Gagnon" userId="c18baaaccbf5293e" providerId="LiveId" clId="{63DB4420-D83C-40FA-8C75-D04D5B899DAB}" dt="2022-02-20T20:31:08.668" v="0" actId="20577"/>
          <ac:spMkLst>
            <pc:docMk/>
            <pc:sldMk cId="1780471995" sldId="281"/>
            <ac:spMk id="3" creationId="{B20C7AB9-F52C-4828-8ACB-573C7750238A}"/>
          </ac:spMkLst>
        </pc:spChg>
      </pc:sldChg>
    </pc:docChg>
  </pc:docChgLst>
  <pc:docChgLst>
    <pc:chgData name="Alex Gagnon" userId="c18baaaccbf5293e" providerId="LiveId" clId="{D5A43428-A8F9-4B3E-9892-B8E038E06BC9}"/>
    <pc:docChg chg="undo custSel modSld">
      <pc:chgData name="Alex Gagnon" userId="c18baaaccbf5293e" providerId="LiveId" clId="{D5A43428-A8F9-4B3E-9892-B8E038E06BC9}" dt="2022-02-21T01:15:32.831" v="391" actId="255"/>
      <pc:docMkLst>
        <pc:docMk/>
      </pc:docMkLst>
      <pc:sldChg chg="modSp">
        <pc:chgData name="Alex Gagnon" userId="c18baaaccbf5293e" providerId="LiveId" clId="{D5A43428-A8F9-4B3E-9892-B8E038E06BC9}" dt="2022-02-20T21:12:54.608" v="1" actId="20577"/>
        <pc:sldMkLst>
          <pc:docMk/>
          <pc:sldMk cId="4043737824" sldId="257"/>
        </pc:sldMkLst>
        <pc:spChg chg="mod">
          <ac:chgData name="Alex Gagnon" userId="c18baaaccbf5293e" providerId="LiveId" clId="{D5A43428-A8F9-4B3E-9892-B8E038E06BC9}" dt="2022-02-20T21:12:54.608" v="1" actId="20577"/>
          <ac:spMkLst>
            <pc:docMk/>
            <pc:sldMk cId="4043737824" sldId="257"/>
            <ac:spMk id="3" creationId="{A8E9CFF2-3777-4FF4-A759-8491175B0B7C}"/>
          </ac:spMkLst>
        </pc:spChg>
      </pc:sldChg>
      <pc:sldChg chg="addSp delSp modSp mod">
        <pc:chgData name="Alex Gagnon" userId="c18baaaccbf5293e" providerId="LiveId" clId="{D5A43428-A8F9-4B3E-9892-B8E038E06BC9}" dt="2022-02-21T01:15:32.831" v="391" actId="255"/>
        <pc:sldMkLst>
          <pc:docMk/>
          <pc:sldMk cId="781940249" sldId="263"/>
        </pc:sldMkLst>
        <pc:spChg chg="mod">
          <ac:chgData name="Alex Gagnon" userId="c18baaaccbf5293e" providerId="LiveId" clId="{D5A43428-A8F9-4B3E-9892-B8E038E06BC9}" dt="2022-02-21T01:10:48.902" v="281" actId="26606"/>
          <ac:spMkLst>
            <pc:docMk/>
            <pc:sldMk cId="781940249" sldId="263"/>
            <ac:spMk id="2" creationId="{20F2F945-CA02-48E3-843C-222D13C1136F}"/>
          </ac:spMkLst>
        </pc:spChg>
        <pc:spChg chg="add mod">
          <ac:chgData name="Alex Gagnon" userId="c18baaaccbf5293e" providerId="LiveId" clId="{D5A43428-A8F9-4B3E-9892-B8E038E06BC9}" dt="2022-02-21T01:15:32.831" v="391" actId="255"/>
          <ac:spMkLst>
            <pc:docMk/>
            <pc:sldMk cId="781940249" sldId="263"/>
            <ac:spMk id="3" creationId="{CAE2F014-1025-4F28-86DA-01D40E874373}"/>
          </ac:spMkLst>
        </pc:spChg>
        <pc:spChg chg="del">
          <ac:chgData name="Alex Gagnon" userId="c18baaaccbf5293e" providerId="LiveId" clId="{D5A43428-A8F9-4B3E-9892-B8E038E06BC9}" dt="2022-02-21T01:10:15.591" v="277" actId="26606"/>
          <ac:spMkLst>
            <pc:docMk/>
            <pc:sldMk cId="781940249" sldId="263"/>
            <ac:spMk id="7" creationId="{BE194971-2F2D-44B0-8AE6-FF2DCCEE0A96}"/>
          </ac:spMkLst>
        </pc:spChg>
        <pc:spChg chg="del">
          <ac:chgData name="Alex Gagnon" userId="c18baaaccbf5293e" providerId="LiveId" clId="{D5A43428-A8F9-4B3E-9892-B8E038E06BC9}" dt="2022-02-21T01:10:15.591" v="277" actId="26606"/>
          <ac:spMkLst>
            <pc:docMk/>
            <pc:sldMk cId="781940249" sldId="263"/>
            <ac:spMk id="9" creationId="{1FF9A61E-EB11-4C46-82E1-3E00A3B4B4D6}"/>
          </ac:spMkLst>
        </pc:spChg>
        <pc:spChg chg="del">
          <ac:chgData name="Alex Gagnon" userId="c18baaaccbf5293e" providerId="LiveId" clId="{D5A43428-A8F9-4B3E-9892-B8E038E06BC9}" dt="2022-02-21T01:10:15.591" v="277" actId="26606"/>
          <ac:spMkLst>
            <pc:docMk/>
            <pc:sldMk cId="781940249" sldId="263"/>
            <ac:spMk id="13" creationId="{62AE8E50-35D4-4D5A-A4BB-168CBB027DA2}"/>
          </ac:spMkLst>
        </pc:spChg>
        <pc:spChg chg="del">
          <ac:chgData name="Alex Gagnon" userId="c18baaaccbf5293e" providerId="LiveId" clId="{D5A43428-A8F9-4B3E-9892-B8E038E06BC9}" dt="2022-02-21T01:10:15.591" v="277" actId="26606"/>
          <ac:spMkLst>
            <pc:docMk/>
            <pc:sldMk cId="781940249" sldId="263"/>
            <ac:spMk id="15" creationId="{C37D1D6D-17D8-4296-B000-665D1892D01E}"/>
          </ac:spMkLst>
        </pc:spChg>
        <pc:spChg chg="del">
          <ac:chgData name="Alex Gagnon" userId="c18baaaccbf5293e" providerId="LiveId" clId="{D5A43428-A8F9-4B3E-9892-B8E038E06BC9}" dt="2022-02-21T01:10:15.591" v="277" actId="26606"/>
          <ac:spMkLst>
            <pc:docMk/>
            <pc:sldMk cId="781940249" sldId="263"/>
            <ac:spMk id="17" creationId="{1B26E892-1320-40AA-9CA1-246721C18768}"/>
          </ac:spMkLst>
        </pc:spChg>
        <pc:spChg chg="del">
          <ac:chgData name="Alex Gagnon" userId="c18baaaccbf5293e" providerId="LiveId" clId="{D5A43428-A8F9-4B3E-9892-B8E038E06BC9}" dt="2022-02-21T01:10:15.591" v="277" actId="26606"/>
          <ac:spMkLst>
            <pc:docMk/>
            <pc:sldMk cId="781940249" sldId="263"/>
            <ac:spMk id="21" creationId="{C170DF7D-4686-4BD5-A9CD-C8964928468D}"/>
          </ac:spMkLst>
        </pc:spChg>
        <pc:spChg chg="add del">
          <ac:chgData name="Alex Gagnon" userId="c18baaaccbf5293e" providerId="LiveId" clId="{D5A43428-A8F9-4B3E-9892-B8E038E06BC9}" dt="2022-02-21T01:10:48.902" v="281" actId="26606"/>
          <ac:spMkLst>
            <pc:docMk/>
            <pc:sldMk cId="781940249" sldId="263"/>
            <ac:spMk id="26" creationId="{39E4C68A-A4A9-48A4-9FF2-D2896B1EA01F}"/>
          </ac:spMkLst>
        </pc:spChg>
        <pc:spChg chg="add del">
          <ac:chgData name="Alex Gagnon" userId="c18baaaccbf5293e" providerId="LiveId" clId="{D5A43428-A8F9-4B3E-9892-B8E038E06BC9}" dt="2022-02-21T01:10:48.902" v="281" actId="26606"/>
          <ac:spMkLst>
            <pc:docMk/>
            <pc:sldMk cId="781940249" sldId="263"/>
            <ac:spMk id="28" creationId="{E2B9AEA5-52CB-49A6-AF8A-33502F291B91}"/>
          </ac:spMkLst>
        </pc:spChg>
        <pc:spChg chg="add del">
          <ac:chgData name="Alex Gagnon" userId="c18baaaccbf5293e" providerId="LiveId" clId="{D5A43428-A8F9-4B3E-9892-B8E038E06BC9}" dt="2022-02-21T01:10:48.886" v="280" actId="26606"/>
          <ac:spMkLst>
            <pc:docMk/>
            <pc:sldMk cId="781940249" sldId="263"/>
            <ac:spMk id="33" creationId="{B0890400-BB8B-4A44-AB63-65C7CA223EBA}"/>
          </ac:spMkLst>
        </pc:spChg>
        <pc:spChg chg="add">
          <ac:chgData name="Alex Gagnon" userId="c18baaaccbf5293e" providerId="LiveId" clId="{D5A43428-A8F9-4B3E-9892-B8E038E06BC9}" dt="2022-02-21T01:10:48.902" v="281" actId="26606"/>
          <ac:spMkLst>
            <pc:docMk/>
            <pc:sldMk cId="781940249" sldId="263"/>
            <ac:spMk id="37" creationId="{77D7B666-D5E6-48CE-B26A-FB5E5C34AF90}"/>
          </ac:spMkLst>
        </pc:spChg>
        <pc:spChg chg="add">
          <ac:chgData name="Alex Gagnon" userId="c18baaaccbf5293e" providerId="LiveId" clId="{D5A43428-A8F9-4B3E-9892-B8E038E06BC9}" dt="2022-02-21T01:10:48.902" v="281" actId="26606"/>
          <ac:spMkLst>
            <pc:docMk/>
            <pc:sldMk cId="781940249" sldId="263"/>
            <ac:spMk id="38" creationId="{F6EE670A-A41A-44AD-BC1C-2090365EB5B3}"/>
          </ac:spMkLst>
        </pc:spChg>
        <pc:cxnChg chg="del">
          <ac:chgData name="Alex Gagnon" userId="c18baaaccbf5293e" providerId="LiveId" clId="{D5A43428-A8F9-4B3E-9892-B8E038E06BC9}" dt="2022-02-21T01:10:15.591" v="277" actId="26606"/>
          <ac:cxnSpMkLst>
            <pc:docMk/>
            <pc:sldMk cId="781940249" sldId="263"/>
            <ac:cxnSpMk id="11" creationId="{5E564EB3-35F2-4EFF-87DC-642DC020526D}"/>
          </ac:cxnSpMkLst>
        </pc:cxnChg>
        <pc:cxnChg chg="del">
          <ac:chgData name="Alex Gagnon" userId="c18baaaccbf5293e" providerId="LiveId" clId="{D5A43428-A8F9-4B3E-9892-B8E038E06BC9}" dt="2022-02-21T01:10:15.591" v="277" actId="26606"/>
          <ac:cxnSpMkLst>
            <pc:docMk/>
            <pc:sldMk cId="781940249" sldId="263"/>
            <ac:cxnSpMk id="19" creationId="{C9A1F79C-E4D1-4AAE-BA11-3A09005252E3}"/>
          </ac:cxnSpMkLst>
        </pc:cxnChg>
        <pc:cxnChg chg="add del">
          <ac:chgData name="Alex Gagnon" userId="c18baaaccbf5293e" providerId="LiveId" clId="{D5A43428-A8F9-4B3E-9892-B8E038E06BC9}" dt="2022-02-21T01:10:48.886" v="280" actId="26606"/>
          <ac:cxnSpMkLst>
            <pc:docMk/>
            <pc:sldMk cId="781940249" sldId="263"/>
            <ac:cxnSpMk id="35" creationId="{4D39B797-CDC6-4529-8A36-9CBFC9816337}"/>
          </ac:cxnSpMkLst>
        </pc:cxn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DF096C2-6126-4172-8187-CC7A4B3E563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C7A5FB49-8E36-4580-A263-FA025CF2582A}">
      <dgm:prSet/>
      <dgm:spPr/>
      <dgm:t>
        <a:bodyPr/>
        <a:lstStyle/>
        <a:p>
          <a:r>
            <a:rPr lang="fr-CA"/>
            <a:t>Dans le cadre utilitariste, pour déterminer si une action est bonne ou mauvaise il faut s’intéresser aux conséquences d’une action : qu’elle effet mon action aura-t-elle sur le bien-être d’autrui?</a:t>
          </a:r>
          <a:endParaRPr lang="en-US"/>
        </a:p>
      </dgm:t>
    </dgm:pt>
    <dgm:pt modelId="{FBF07276-4958-4E9B-B9D6-9263346CD6C9}" type="parTrans" cxnId="{CC10CB76-44D3-44F9-B348-0D67699DF7E9}">
      <dgm:prSet/>
      <dgm:spPr/>
      <dgm:t>
        <a:bodyPr/>
        <a:lstStyle/>
        <a:p>
          <a:endParaRPr lang="en-US"/>
        </a:p>
      </dgm:t>
    </dgm:pt>
    <dgm:pt modelId="{1CDB6591-F98C-4DA7-B26B-83A0F5ABEB70}" type="sibTrans" cxnId="{CC10CB76-44D3-44F9-B348-0D67699DF7E9}">
      <dgm:prSet/>
      <dgm:spPr/>
      <dgm:t>
        <a:bodyPr/>
        <a:lstStyle/>
        <a:p>
          <a:endParaRPr lang="en-US"/>
        </a:p>
      </dgm:t>
    </dgm:pt>
    <dgm:pt modelId="{E23E9403-290C-4A32-881D-AC9BCBF74346}">
      <dgm:prSet/>
      <dgm:spPr/>
      <dgm:t>
        <a:bodyPr/>
        <a:lstStyle/>
        <a:p>
          <a:r>
            <a:rPr lang="fr-CA"/>
            <a:t>Dans ce sens, certaines actions que nous considérons habituellement immorales seraient permises dans certains cas</a:t>
          </a:r>
          <a:endParaRPr lang="en-US"/>
        </a:p>
      </dgm:t>
    </dgm:pt>
    <dgm:pt modelId="{1E79D3B5-60F8-43A9-80CF-E8C8FAB171C9}" type="parTrans" cxnId="{46431667-7DE3-4EBB-8923-2FFE324B1580}">
      <dgm:prSet/>
      <dgm:spPr/>
      <dgm:t>
        <a:bodyPr/>
        <a:lstStyle/>
        <a:p>
          <a:endParaRPr lang="en-US"/>
        </a:p>
      </dgm:t>
    </dgm:pt>
    <dgm:pt modelId="{9C877A3C-DCC6-4675-9FDE-A87C5CD29624}" type="sibTrans" cxnId="{46431667-7DE3-4EBB-8923-2FFE324B1580}">
      <dgm:prSet/>
      <dgm:spPr/>
      <dgm:t>
        <a:bodyPr/>
        <a:lstStyle/>
        <a:p>
          <a:endParaRPr lang="en-US"/>
        </a:p>
      </dgm:t>
    </dgm:pt>
    <dgm:pt modelId="{CFBFACC4-48D5-4975-8B2D-47D9E7E16103}" type="pres">
      <dgm:prSet presAssocID="{FDF096C2-6126-4172-8187-CC7A4B3E563F}" presName="root" presStyleCnt="0">
        <dgm:presLayoutVars>
          <dgm:dir/>
          <dgm:resizeHandles val="exact"/>
        </dgm:presLayoutVars>
      </dgm:prSet>
      <dgm:spPr/>
    </dgm:pt>
    <dgm:pt modelId="{EC62D922-40D6-4B11-944F-3781C25D2E96}" type="pres">
      <dgm:prSet presAssocID="{C7A5FB49-8E36-4580-A263-FA025CF2582A}" presName="compNode" presStyleCnt="0"/>
      <dgm:spPr/>
    </dgm:pt>
    <dgm:pt modelId="{7FD6CAEC-24E5-4AFE-A100-5EA967AA5B8D}" type="pres">
      <dgm:prSet presAssocID="{C7A5FB49-8E36-4580-A263-FA025CF2582A}" presName="bgRect" presStyleLbl="bgShp" presStyleIdx="0" presStyleCnt="2"/>
      <dgm:spPr/>
    </dgm:pt>
    <dgm:pt modelId="{A6ABAD43-F3EC-44E5-A336-F3458ADABA58}" type="pres">
      <dgm:prSet presAssocID="{C7A5FB49-8E36-4580-A263-FA025CF2582A}"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F336240D-2CB8-49C2-91B2-28F8FBAB99BE}" type="pres">
      <dgm:prSet presAssocID="{C7A5FB49-8E36-4580-A263-FA025CF2582A}" presName="spaceRect" presStyleCnt="0"/>
      <dgm:spPr/>
    </dgm:pt>
    <dgm:pt modelId="{9E49CF97-CC47-4F52-9412-B07365D29F75}" type="pres">
      <dgm:prSet presAssocID="{C7A5FB49-8E36-4580-A263-FA025CF2582A}" presName="parTx" presStyleLbl="revTx" presStyleIdx="0" presStyleCnt="2">
        <dgm:presLayoutVars>
          <dgm:chMax val="0"/>
          <dgm:chPref val="0"/>
        </dgm:presLayoutVars>
      </dgm:prSet>
      <dgm:spPr/>
    </dgm:pt>
    <dgm:pt modelId="{F7037016-928F-4EF2-9C8E-14C3259563A9}" type="pres">
      <dgm:prSet presAssocID="{1CDB6591-F98C-4DA7-B26B-83A0F5ABEB70}" presName="sibTrans" presStyleCnt="0"/>
      <dgm:spPr/>
    </dgm:pt>
    <dgm:pt modelId="{F825F51B-A564-4A2B-8FB6-5636770ABE95}" type="pres">
      <dgm:prSet presAssocID="{E23E9403-290C-4A32-881D-AC9BCBF74346}" presName="compNode" presStyleCnt="0"/>
      <dgm:spPr/>
    </dgm:pt>
    <dgm:pt modelId="{349F7107-21EC-45DC-A8BE-3E25E6501377}" type="pres">
      <dgm:prSet presAssocID="{E23E9403-290C-4A32-881D-AC9BCBF74346}" presName="bgRect" presStyleLbl="bgShp" presStyleIdx="1" presStyleCnt="2"/>
      <dgm:spPr/>
    </dgm:pt>
    <dgm:pt modelId="{CE423E9F-544F-4F0C-8AFF-56152F6A2263}" type="pres">
      <dgm:prSet presAssocID="{E23E9403-290C-4A32-881D-AC9BCBF74346}"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nfused Person"/>
        </a:ext>
      </dgm:extLst>
    </dgm:pt>
    <dgm:pt modelId="{8590150B-7F50-416A-9701-1EBB90744A8F}" type="pres">
      <dgm:prSet presAssocID="{E23E9403-290C-4A32-881D-AC9BCBF74346}" presName="spaceRect" presStyleCnt="0"/>
      <dgm:spPr/>
    </dgm:pt>
    <dgm:pt modelId="{1E9EDC43-4EDB-46F5-A1AA-163D59CCA337}" type="pres">
      <dgm:prSet presAssocID="{E23E9403-290C-4A32-881D-AC9BCBF74346}" presName="parTx" presStyleLbl="revTx" presStyleIdx="1" presStyleCnt="2">
        <dgm:presLayoutVars>
          <dgm:chMax val="0"/>
          <dgm:chPref val="0"/>
        </dgm:presLayoutVars>
      </dgm:prSet>
      <dgm:spPr/>
    </dgm:pt>
  </dgm:ptLst>
  <dgm:cxnLst>
    <dgm:cxn modelId="{47095304-F28E-4150-A3FF-3588A8DCF6C1}" type="presOf" srcId="{E23E9403-290C-4A32-881D-AC9BCBF74346}" destId="{1E9EDC43-4EDB-46F5-A1AA-163D59CCA337}" srcOrd="0" destOrd="0" presId="urn:microsoft.com/office/officeart/2018/2/layout/IconVerticalSolidList"/>
    <dgm:cxn modelId="{46431667-7DE3-4EBB-8923-2FFE324B1580}" srcId="{FDF096C2-6126-4172-8187-CC7A4B3E563F}" destId="{E23E9403-290C-4A32-881D-AC9BCBF74346}" srcOrd="1" destOrd="0" parTransId="{1E79D3B5-60F8-43A9-80CF-E8C8FAB171C9}" sibTransId="{9C877A3C-DCC6-4675-9FDE-A87C5CD29624}"/>
    <dgm:cxn modelId="{1850BC76-8054-456B-A430-402DAC07B361}" type="presOf" srcId="{C7A5FB49-8E36-4580-A263-FA025CF2582A}" destId="{9E49CF97-CC47-4F52-9412-B07365D29F75}" srcOrd="0" destOrd="0" presId="urn:microsoft.com/office/officeart/2018/2/layout/IconVerticalSolidList"/>
    <dgm:cxn modelId="{CC10CB76-44D3-44F9-B348-0D67699DF7E9}" srcId="{FDF096C2-6126-4172-8187-CC7A4B3E563F}" destId="{C7A5FB49-8E36-4580-A263-FA025CF2582A}" srcOrd="0" destOrd="0" parTransId="{FBF07276-4958-4E9B-B9D6-9263346CD6C9}" sibTransId="{1CDB6591-F98C-4DA7-B26B-83A0F5ABEB70}"/>
    <dgm:cxn modelId="{33E08AC7-C741-4E3D-AF69-50F062ACB96E}" type="presOf" srcId="{FDF096C2-6126-4172-8187-CC7A4B3E563F}" destId="{CFBFACC4-48D5-4975-8B2D-47D9E7E16103}" srcOrd="0" destOrd="0" presId="urn:microsoft.com/office/officeart/2018/2/layout/IconVerticalSolidList"/>
    <dgm:cxn modelId="{9D8DDB0B-7BCC-4401-9050-8B0092F567B6}" type="presParOf" srcId="{CFBFACC4-48D5-4975-8B2D-47D9E7E16103}" destId="{EC62D922-40D6-4B11-944F-3781C25D2E96}" srcOrd="0" destOrd="0" presId="urn:microsoft.com/office/officeart/2018/2/layout/IconVerticalSolidList"/>
    <dgm:cxn modelId="{F9D04C5C-A28D-4646-B592-9DC4A305083D}" type="presParOf" srcId="{EC62D922-40D6-4B11-944F-3781C25D2E96}" destId="{7FD6CAEC-24E5-4AFE-A100-5EA967AA5B8D}" srcOrd="0" destOrd="0" presId="urn:microsoft.com/office/officeart/2018/2/layout/IconVerticalSolidList"/>
    <dgm:cxn modelId="{9D713D0A-B677-4EC8-B4B1-F15F025CDFC2}" type="presParOf" srcId="{EC62D922-40D6-4B11-944F-3781C25D2E96}" destId="{A6ABAD43-F3EC-44E5-A336-F3458ADABA58}" srcOrd="1" destOrd="0" presId="urn:microsoft.com/office/officeart/2018/2/layout/IconVerticalSolidList"/>
    <dgm:cxn modelId="{EDE00C55-6F04-4D77-BF4E-E39F4EC00CC6}" type="presParOf" srcId="{EC62D922-40D6-4B11-944F-3781C25D2E96}" destId="{F336240D-2CB8-49C2-91B2-28F8FBAB99BE}" srcOrd="2" destOrd="0" presId="urn:microsoft.com/office/officeart/2018/2/layout/IconVerticalSolidList"/>
    <dgm:cxn modelId="{1B4CA3C6-B6CD-4BAA-8D99-61B979CA795B}" type="presParOf" srcId="{EC62D922-40D6-4B11-944F-3781C25D2E96}" destId="{9E49CF97-CC47-4F52-9412-B07365D29F75}" srcOrd="3" destOrd="0" presId="urn:microsoft.com/office/officeart/2018/2/layout/IconVerticalSolidList"/>
    <dgm:cxn modelId="{ECA54D22-021C-4B8F-912D-9CB9D7EF8A53}" type="presParOf" srcId="{CFBFACC4-48D5-4975-8B2D-47D9E7E16103}" destId="{F7037016-928F-4EF2-9C8E-14C3259563A9}" srcOrd="1" destOrd="0" presId="urn:microsoft.com/office/officeart/2018/2/layout/IconVerticalSolidList"/>
    <dgm:cxn modelId="{293C51A2-704F-4EAB-9534-955A97451462}" type="presParOf" srcId="{CFBFACC4-48D5-4975-8B2D-47D9E7E16103}" destId="{F825F51B-A564-4A2B-8FB6-5636770ABE95}" srcOrd="2" destOrd="0" presId="urn:microsoft.com/office/officeart/2018/2/layout/IconVerticalSolidList"/>
    <dgm:cxn modelId="{F6FAC258-5C0E-48DB-A053-DEDA06565C0B}" type="presParOf" srcId="{F825F51B-A564-4A2B-8FB6-5636770ABE95}" destId="{349F7107-21EC-45DC-A8BE-3E25E6501377}" srcOrd="0" destOrd="0" presId="urn:microsoft.com/office/officeart/2018/2/layout/IconVerticalSolidList"/>
    <dgm:cxn modelId="{F1351FE4-CA71-42AE-80B7-EA4CE0DD5C80}" type="presParOf" srcId="{F825F51B-A564-4A2B-8FB6-5636770ABE95}" destId="{CE423E9F-544F-4F0C-8AFF-56152F6A2263}" srcOrd="1" destOrd="0" presId="urn:microsoft.com/office/officeart/2018/2/layout/IconVerticalSolidList"/>
    <dgm:cxn modelId="{8301CCE6-5130-42C3-B6E0-0CF5602B9AC7}" type="presParOf" srcId="{F825F51B-A564-4A2B-8FB6-5636770ABE95}" destId="{8590150B-7F50-416A-9701-1EBB90744A8F}" srcOrd="2" destOrd="0" presId="urn:microsoft.com/office/officeart/2018/2/layout/IconVerticalSolidList"/>
    <dgm:cxn modelId="{46A50380-00D6-46E4-8549-4B7B5385D156}" type="presParOf" srcId="{F825F51B-A564-4A2B-8FB6-5636770ABE95}" destId="{1E9EDC43-4EDB-46F5-A1AA-163D59CCA33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7D64EC-1F9E-4AF2-B6F5-413C64B7D640}" type="doc">
      <dgm:prSet loTypeId="urn:microsoft.com/office/officeart/2005/8/layout/list1" loCatId="list" qsTypeId="urn:microsoft.com/office/officeart/2005/8/quickstyle/simple1" qsCatId="simple" csTypeId="urn:microsoft.com/office/officeart/2005/8/colors/accent0_3" csCatId="mainScheme"/>
      <dgm:spPr/>
      <dgm:t>
        <a:bodyPr/>
        <a:lstStyle/>
        <a:p>
          <a:endParaRPr lang="en-US"/>
        </a:p>
      </dgm:t>
    </dgm:pt>
    <dgm:pt modelId="{BDAF9341-9DA5-4F06-A72F-D4175C947772}">
      <dgm:prSet/>
      <dgm:spPr/>
      <dgm:t>
        <a:bodyPr/>
        <a:lstStyle/>
        <a:p>
          <a:r>
            <a:rPr lang="fr-CA"/>
            <a:t>Les gens préfèrent sauver :</a:t>
          </a:r>
          <a:endParaRPr lang="en-US"/>
        </a:p>
      </dgm:t>
    </dgm:pt>
    <dgm:pt modelId="{453025FC-C4E6-496B-8F4A-9E6238A574AE}" type="parTrans" cxnId="{CDCEE2D6-1C20-46F2-BDBC-D3E2050072FC}">
      <dgm:prSet/>
      <dgm:spPr/>
      <dgm:t>
        <a:bodyPr/>
        <a:lstStyle/>
        <a:p>
          <a:endParaRPr lang="en-US"/>
        </a:p>
      </dgm:t>
    </dgm:pt>
    <dgm:pt modelId="{F3813A5C-5E0F-444F-802D-F192EC621A23}" type="sibTrans" cxnId="{CDCEE2D6-1C20-46F2-BDBC-D3E2050072FC}">
      <dgm:prSet/>
      <dgm:spPr/>
      <dgm:t>
        <a:bodyPr/>
        <a:lstStyle/>
        <a:p>
          <a:endParaRPr lang="en-US"/>
        </a:p>
      </dgm:t>
    </dgm:pt>
    <dgm:pt modelId="{3AC865CA-ECBE-41BF-84D6-28D2C645E868}">
      <dgm:prSet/>
      <dgm:spPr/>
      <dgm:t>
        <a:bodyPr/>
        <a:lstStyle/>
        <a:p>
          <a:r>
            <a:rPr lang="fr-CA"/>
            <a:t>1) Les humains plutôt que les animaux ;</a:t>
          </a:r>
          <a:endParaRPr lang="en-US"/>
        </a:p>
      </dgm:t>
    </dgm:pt>
    <dgm:pt modelId="{B4BB8416-E0AA-49A9-A8C1-B34055ABCFC8}" type="parTrans" cxnId="{E5D729E4-6683-4D85-A50A-A827B3DF31E6}">
      <dgm:prSet/>
      <dgm:spPr/>
      <dgm:t>
        <a:bodyPr/>
        <a:lstStyle/>
        <a:p>
          <a:endParaRPr lang="en-US"/>
        </a:p>
      </dgm:t>
    </dgm:pt>
    <dgm:pt modelId="{8CE7D4BD-7582-4799-9E7F-EC4F284A0400}" type="sibTrans" cxnId="{E5D729E4-6683-4D85-A50A-A827B3DF31E6}">
      <dgm:prSet/>
      <dgm:spPr/>
      <dgm:t>
        <a:bodyPr/>
        <a:lstStyle/>
        <a:p>
          <a:endParaRPr lang="en-US"/>
        </a:p>
      </dgm:t>
    </dgm:pt>
    <dgm:pt modelId="{F63160EB-D3C3-4E1D-A5AB-CE80E333CB44}">
      <dgm:prSet/>
      <dgm:spPr/>
      <dgm:t>
        <a:bodyPr/>
        <a:lstStyle/>
        <a:p>
          <a:r>
            <a:rPr lang="fr-CA"/>
            <a:t>2) Plus de vie que moins de vies ;</a:t>
          </a:r>
          <a:endParaRPr lang="en-US"/>
        </a:p>
      </dgm:t>
    </dgm:pt>
    <dgm:pt modelId="{846EC903-C159-4B16-A2B6-8E1BBF67517F}" type="parTrans" cxnId="{C67FA90D-008A-44F4-AF7A-853E1C97F369}">
      <dgm:prSet/>
      <dgm:spPr/>
      <dgm:t>
        <a:bodyPr/>
        <a:lstStyle/>
        <a:p>
          <a:endParaRPr lang="en-US"/>
        </a:p>
      </dgm:t>
    </dgm:pt>
    <dgm:pt modelId="{0FCC42B7-552E-4D30-8728-5836CFC8FCDA}" type="sibTrans" cxnId="{C67FA90D-008A-44F4-AF7A-853E1C97F369}">
      <dgm:prSet/>
      <dgm:spPr/>
      <dgm:t>
        <a:bodyPr/>
        <a:lstStyle/>
        <a:p>
          <a:endParaRPr lang="en-US"/>
        </a:p>
      </dgm:t>
    </dgm:pt>
    <dgm:pt modelId="{BEBCA2B5-6B45-4482-AE2F-4E5CBCC0F149}">
      <dgm:prSet/>
      <dgm:spPr/>
      <dgm:t>
        <a:bodyPr/>
        <a:lstStyle/>
        <a:p>
          <a:r>
            <a:rPr lang="fr-CA"/>
            <a:t>3) Les jeunes </a:t>
          </a:r>
          <a:endParaRPr lang="en-US"/>
        </a:p>
      </dgm:t>
    </dgm:pt>
    <dgm:pt modelId="{3D0C0C69-57D7-4B42-AE2E-E16DAA8C27CC}" type="parTrans" cxnId="{C6B5FAC3-4909-4570-909D-9A6F60E4E971}">
      <dgm:prSet/>
      <dgm:spPr/>
      <dgm:t>
        <a:bodyPr/>
        <a:lstStyle/>
        <a:p>
          <a:endParaRPr lang="en-US"/>
        </a:p>
      </dgm:t>
    </dgm:pt>
    <dgm:pt modelId="{75F25A40-CB79-4205-9ADA-A397652BC7E1}" type="sibTrans" cxnId="{C6B5FAC3-4909-4570-909D-9A6F60E4E971}">
      <dgm:prSet/>
      <dgm:spPr/>
      <dgm:t>
        <a:bodyPr/>
        <a:lstStyle/>
        <a:p>
          <a:endParaRPr lang="en-US"/>
        </a:p>
      </dgm:t>
    </dgm:pt>
    <dgm:pt modelId="{CFB320DF-2B9C-4278-82F2-F31C5AA7E27D}" type="pres">
      <dgm:prSet presAssocID="{AA7D64EC-1F9E-4AF2-B6F5-413C64B7D640}" presName="linear" presStyleCnt="0">
        <dgm:presLayoutVars>
          <dgm:dir/>
          <dgm:animLvl val="lvl"/>
          <dgm:resizeHandles val="exact"/>
        </dgm:presLayoutVars>
      </dgm:prSet>
      <dgm:spPr/>
    </dgm:pt>
    <dgm:pt modelId="{08389F98-D3AB-4259-85E7-1956F1270643}" type="pres">
      <dgm:prSet presAssocID="{BDAF9341-9DA5-4F06-A72F-D4175C947772}" presName="parentLin" presStyleCnt="0"/>
      <dgm:spPr/>
    </dgm:pt>
    <dgm:pt modelId="{20CB36E0-ABE6-4229-8FD4-A5C9118A3E0F}" type="pres">
      <dgm:prSet presAssocID="{BDAF9341-9DA5-4F06-A72F-D4175C947772}" presName="parentLeftMargin" presStyleLbl="node1" presStyleIdx="0" presStyleCnt="4"/>
      <dgm:spPr/>
    </dgm:pt>
    <dgm:pt modelId="{06C7710E-AE77-4516-AE6D-196AEE6DC3E3}" type="pres">
      <dgm:prSet presAssocID="{BDAF9341-9DA5-4F06-A72F-D4175C947772}" presName="parentText" presStyleLbl="node1" presStyleIdx="0" presStyleCnt="4">
        <dgm:presLayoutVars>
          <dgm:chMax val="0"/>
          <dgm:bulletEnabled val="1"/>
        </dgm:presLayoutVars>
      </dgm:prSet>
      <dgm:spPr/>
    </dgm:pt>
    <dgm:pt modelId="{E827B69C-0220-427A-99B1-4ADEEBB48216}" type="pres">
      <dgm:prSet presAssocID="{BDAF9341-9DA5-4F06-A72F-D4175C947772}" presName="negativeSpace" presStyleCnt="0"/>
      <dgm:spPr/>
    </dgm:pt>
    <dgm:pt modelId="{DE9E4BF9-BBCD-4227-8346-2BD131AF7756}" type="pres">
      <dgm:prSet presAssocID="{BDAF9341-9DA5-4F06-A72F-D4175C947772}" presName="childText" presStyleLbl="conFgAcc1" presStyleIdx="0" presStyleCnt="4">
        <dgm:presLayoutVars>
          <dgm:bulletEnabled val="1"/>
        </dgm:presLayoutVars>
      </dgm:prSet>
      <dgm:spPr/>
    </dgm:pt>
    <dgm:pt modelId="{06EDAB17-E601-4410-9B3C-266B261ABB7A}" type="pres">
      <dgm:prSet presAssocID="{F3813A5C-5E0F-444F-802D-F192EC621A23}" presName="spaceBetweenRectangles" presStyleCnt="0"/>
      <dgm:spPr/>
    </dgm:pt>
    <dgm:pt modelId="{3093AF0D-E92A-4199-A9D6-E7027B5B6BCD}" type="pres">
      <dgm:prSet presAssocID="{3AC865CA-ECBE-41BF-84D6-28D2C645E868}" presName="parentLin" presStyleCnt="0"/>
      <dgm:spPr/>
    </dgm:pt>
    <dgm:pt modelId="{84511B8A-EF75-4DD9-8A3B-1C7C78DB1EFB}" type="pres">
      <dgm:prSet presAssocID="{3AC865CA-ECBE-41BF-84D6-28D2C645E868}" presName="parentLeftMargin" presStyleLbl="node1" presStyleIdx="0" presStyleCnt="4"/>
      <dgm:spPr/>
    </dgm:pt>
    <dgm:pt modelId="{FB525B36-C686-47E7-85FD-FE9E17445221}" type="pres">
      <dgm:prSet presAssocID="{3AC865CA-ECBE-41BF-84D6-28D2C645E868}" presName="parentText" presStyleLbl="node1" presStyleIdx="1" presStyleCnt="4">
        <dgm:presLayoutVars>
          <dgm:chMax val="0"/>
          <dgm:bulletEnabled val="1"/>
        </dgm:presLayoutVars>
      </dgm:prSet>
      <dgm:spPr/>
    </dgm:pt>
    <dgm:pt modelId="{E5A6DFA2-CC39-497C-800D-2F473709E118}" type="pres">
      <dgm:prSet presAssocID="{3AC865CA-ECBE-41BF-84D6-28D2C645E868}" presName="negativeSpace" presStyleCnt="0"/>
      <dgm:spPr/>
    </dgm:pt>
    <dgm:pt modelId="{1FEC5CCC-3C78-4A27-898D-A2A6B9487D3B}" type="pres">
      <dgm:prSet presAssocID="{3AC865CA-ECBE-41BF-84D6-28D2C645E868}" presName="childText" presStyleLbl="conFgAcc1" presStyleIdx="1" presStyleCnt="4">
        <dgm:presLayoutVars>
          <dgm:bulletEnabled val="1"/>
        </dgm:presLayoutVars>
      </dgm:prSet>
      <dgm:spPr/>
    </dgm:pt>
    <dgm:pt modelId="{53D210BB-E7F8-41B8-AFB5-1A89D62ABE8C}" type="pres">
      <dgm:prSet presAssocID="{8CE7D4BD-7582-4799-9E7F-EC4F284A0400}" presName="spaceBetweenRectangles" presStyleCnt="0"/>
      <dgm:spPr/>
    </dgm:pt>
    <dgm:pt modelId="{EBF79B84-9271-43E1-8678-8A11F173198C}" type="pres">
      <dgm:prSet presAssocID="{F63160EB-D3C3-4E1D-A5AB-CE80E333CB44}" presName="parentLin" presStyleCnt="0"/>
      <dgm:spPr/>
    </dgm:pt>
    <dgm:pt modelId="{61E9B214-FF13-409A-8186-49248DB531D2}" type="pres">
      <dgm:prSet presAssocID="{F63160EB-D3C3-4E1D-A5AB-CE80E333CB44}" presName="parentLeftMargin" presStyleLbl="node1" presStyleIdx="1" presStyleCnt="4"/>
      <dgm:spPr/>
    </dgm:pt>
    <dgm:pt modelId="{4CEAA62E-28BE-42EA-868A-ADFE965F1DCF}" type="pres">
      <dgm:prSet presAssocID="{F63160EB-D3C3-4E1D-A5AB-CE80E333CB44}" presName="parentText" presStyleLbl="node1" presStyleIdx="2" presStyleCnt="4">
        <dgm:presLayoutVars>
          <dgm:chMax val="0"/>
          <dgm:bulletEnabled val="1"/>
        </dgm:presLayoutVars>
      </dgm:prSet>
      <dgm:spPr/>
    </dgm:pt>
    <dgm:pt modelId="{FB6C6BD8-9684-45B7-A7A4-A73F40507C52}" type="pres">
      <dgm:prSet presAssocID="{F63160EB-D3C3-4E1D-A5AB-CE80E333CB44}" presName="negativeSpace" presStyleCnt="0"/>
      <dgm:spPr/>
    </dgm:pt>
    <dgm:pt modelId="{DC53BF57-5ADE-4D14-90BA-9D5E0DF02EC9}" type="pres">
      <dgm:prSet presAssocID="{F63160EB-D3C3-4E1D-A5AB-CE80E333CB44}" presName="childText" presStyleLbl="conFgAcc1" presStyleIdx="2" presStyleCnt="4">
        <dgm:presLayoutVars>
          <dgm:bulletEnabled val="1"/>
        </dgm:presLayoutVars>
      </dgm:prSet>
      <dgm:spPr/>
    </dgm:pt>
    <dgm:pt modelId="{66F1E4A7-B306-4DDF-BD97-87CBFE043C56}" type="pres">
      <dgm:prSet presAssocID="{0FCC42B7-552E-4D30-8728-5836CFC8FCDA}" presName="spaceBetweenRectangles" presStyleCnt="0"/>
      <dgm:spPr/>
    </dgm:pt>
    <dgm:pt modelId="{8EE53196-3A99-4AA4-A8E3-7A399CBAFEC6}" type="pres">
      <dgm:prSet presAssocID="{BEBCA2B5-6B45-4482-AE2F-4E5CBCC0F149}" presName="parentLin" presStyleCnt="0"/>
      <dgm:spPr/>
    </dgm:pt>
    <dgm:pt modelId="{A69688F8-4C92-41F9-ACB4-C2CC818AD9D3}" type="pres">
      <dgm:prSet presAssocID="{BEBCA2B5-6B45-4482-AE2F-4E5CBCC0F149}" presName="parentLeftMargin" presStyleLbl="node1" presStyleIdx="2" presStyleCnt="4"/>
      <dgm:spPr/>
    </dgm:pt>
    <dgm:pt modelId="{8AC0CBBA-803C-4ED3-8C4E-09B1F75B93FE}" type="pres">
      <dgm:prSet presAssocID="{BEBCA2B5-6B45-4482-AE2F-4E5CBCC0F149}" presName="parentText" presStyleLbl="node1" presStyleIdx="3" presStyleCnt="4">
        <dgm:presLayoutVars>
          <dgm:chMax val="0"/>
          <dgm:bulletEnabled val="1"/>
        </dgm:presLayoutVars>
      </dgm:prSet>
      <dgm:spPr/>
    </dgm:pt>
    <dgm:pt modelId="{8A4FB499-A3CA-4648-BB51-D97630E484E2}" type="pres">
      <dgm:prSet presAssocID="{BEBCA2B5-6B45-4482-AE2F-4E5CBCC0F149}" presName="negativeSpace" presStyleCnt="0"/>
      <dgm:spPr/>
    </dgm:pt>
    <dgm:pt modelId="{E547696A-C0A8-4722-9C60-9E8665885873}" type="pres">
      <dgm:prSet presAssocID="{BEBCA2B5-6B45-4482-AE2F-4E5CBCC0F149}" presName="childText" presStyleLbl="conFgAcc1" presStyleIdx="3" presStyleCnt="4">
        <dgm:presLayoutVars>
          <dgm:bulletEnabled val="1"/>
        </dgm:presLayoutVars>
      </dgm:prSet>
      <dgm:spPr/>
    </dgm:pt>
  </dgm:ptLst>
  <dgm:cxnLst>
    <dgm:cxn modelId="{BB01560B-E261-49A7-9EF7-C3FCE6BDE070}" type="presOf" srcId="{F63160EB-D3C3-4E1D-A5AB-CE80E333CB44}" destId="{61E9B214-FF13-409A-8186-49248DB531D2}" srcOrd="0" destOrd="0" presId="urn:microsoft.com/office/officeart/2005/8/layout/list1"/>
    <dgm:cxn modelId="{C67FA90D-008A-44F4-AF7A-853E1C97F369}" srcId="{AA7D64EC-1F9E-4AF2-B6F5-413C64B7D640}" destId="{F63160EB-D3C3-4E1D-A5AB-CE80E333CB44}" srcOrd="2" destOrd="0" parTransId="{846EC903-C159-4B16-A2B6-8E1BBF67517F}" sibTransId="{0FCC42B7-552E-4D30-8728-5836CFC8FCDA}"/>
    <dgm:cxn modelId="{387C421B-D582-44C9-956C-666692A97AF8}" type="presOf" srcId="{3AC865CA-ECBE-41BF-84D6-28D2C645E868}" destId="{FB525B36-C686-47E7-85FD-FE9E17445221}" srcOrd="1" destOrd="0" presId="urn:microsoft.com/office/officeart/2005/8/layout/list1"/>
    <dgm:cxn modelId="{11B3546E-3754-4E24-BF4C-2112A5042EDC}" type="presOf" srcId="{F63160EB-D3C3-4E1D-A5AB-CE80E333CB44}" destId="{4CEAA62E-28BE-42EA-868A-ADFE965F1DCF}" srcOrd="1" destOrd="0" presId="urn:microsoft.com/office/officeart/2005/8/layout/list1"/>
    <dgm:cxn modelId="{79F20A7A-B4AF-4792-8A5E-B894989396D1}" type="presOf" srcId="{BEBCA2B5-6B45-4482-AE2F-4E5CBCC0F149}" destId="{8AC0CBBA-803C-4ED3-8C4E-09B1F75B93FE}" srcOrd="1" destOrd="0" presId="urn:microsoft.com/office/officeart/2005/8/layout/list1"/>
    <dgm:cxn modelId="{219C9FBC-73F8-4329-8475-16F597E68857}" type="presOf" srcId="{BEBCA2B5-6B45-4482-AE2F-4E5CBCC0F149}" destId="{A69688F8-4C92-41F9-ACB4-C2CC818AD9D3}" srcOrd="0" destOrd="0" presId="urn:microsoft.com/office/officeart/2005/8/layout/list1"/>
    <dgm:cxn modelId="{ED4635C1-8CF1-4C7D-A75A-59B7B49867F5}" type="presOf" srcId="{BDAF9341-9DA5-4F06-A72F-D4175C947772}" destId="{20CB36E0-ABE6-4229-8FD4-A5C9118A3E0F}" srcOrd="0" destOrd="0" presId="urn:microsoft.com/office/officeart/2005/8/layout/list1"/>
    <dgm:cxn modelId="{C6B5FAC3-4909-4570-909D-9A6F60E4E971}" srcId="{AA7D64EC-1F9E-4AF2-B6F5-413C64B7D640}" destId="{BEBCA2B5-6B45-4482-AE2F-4E5CBCC0F149}" srcOrd="3" destOrd="0" parTransId="{3D0C0C69-57D7-4B42-AE2E-E16DAA8C27CC}" sibTransId="{75F25A40-CB79-4205-9ADA-A397652BC7E1}"/>
    <dgm:cxn modelId="{4A67DECE-3349-4DCE-849D-E0AAC5C3E13D}" type="presOf" srcId="{AA7D64EC-1F9E-4AF2-B6F5-413C64B7D640}" destId="{CFB320DF-2B9C-4278-82F2-F31C5AA7E27D}" srcOrd="0" destOrd="0" presId="urn:microsoft.com/office/officeart/2005/8/layout/list1"/>
    <dgm:cxn modelId="{CDCEE2D6-1C20-46F2-BDBC-D3E2050072FC}" srcId="{AA7D64EC-1F9E-4AF2-B6F5-413C64B7D640}" destId="{BDAF9341-9DA5-4F06-A72F-D4175C947772}" srcOrd="0" destOrd="0" parTransId="{453025FC-C4E6-496B-8F4A-9E6238A574AE}" sibTransId="{F3813A5C-5E0F-444F-802D-F192EC621A23}"/>
    <dgm:cxn modelId="{1AF645DC-AF02-4D92-B810-19E3D3142227}" type="presOf" srcId="{BDAF9341-9DA5-4F06-A72F-D4175C947772}" destId="{06C7710E-AE77-4516-AE6D-196AEE6DC3E3}" srcOrd="1" destOrd="0" presId="urn:microsoft.com/office/officeart/2005/8/layout/list1"/>
    <dgm:cxn modelId="{E5D729E4-6683-4D85-A50A-A827B3DF31E6}" srcId="{AA7D64EC-1F9E-4AF2-B6F5-413C64B7D640}" destId="{3AC865CA-ECBE-41BF-84D6-28D2C645E868}" srcOrd="1" destOrd="0" parTransId="{B4BB8416-E0AA-49A9-A8C1-B34055ABCFC8}" sibTransId="{8CE7D4BD-7582-4799-9E7F-EC4F284A0400}"/>
    <dgm:cxn modelId="{C9B248F6-05AB-40FC-9BFB-A4C1AA5D3A2C}" type="presOf" srcId="{3AC865CA-ECBE-41BF-84D6-28D2C645E868}" destId="{84511B8A-EF75-4DD9-8A3B-1C7C78DB1EFB}" srcOrd="0" destOrd="0" presId="urn:microsoft.com/office/officeart/2005/8/layout/list1"/>
    <dgm:cxn modelId="{D76BD71D-8D52-468E-839A-6CA7A3F1FAAF}" type="presParOf" srcId="{CFB320DF-2B9C-4278-82F2-F31C5AA7E27D}" destId="{08389F98-D3AB-4259-85E7-1956F1270643}" srcOrd="0" destOrd="0" presId="urn:microsoft.com/office/officeart/2005/8/layout/list1"/>
    <dgm:cxn modelId="{8D09F70A-CAD2-4D60-B86D-EBBA25B36E53}" type="presParOf" srcId="{08389F98-D3AB-4259-85E7-1956F1270643}" destId="{20CB36E0-ABE6-4229-8FD4-A5C9118A3E0F}" srcOrd="0" destOrd="0" presId="urn:microsoft.com/office/officeart/2005/8/layout/list1"/>
    <dgm:cxn modelId="{361FDCC5-749D-4821-A4BD-326062A1906C}" type="presParOf" srcId="{08389F98-D3AB-4259-85E7-1956F1270643}" destId="{06C7710E-AE77-4516-AE6D-196AEE6DC3E3}" srcOrd="1" destOrd="0" presId="urn:microsoft.com/office/officeart/2005/8/layout/list1"/>
    <dgm:cxn modelId="{6416FAB2-EC8D-4A93-B71F-A3CEAC744B34}" type="presParOf" srcId="{CFB320DF-2B9C-4278-82F2-F31C5AA7E27D}" destId="{E827B69C-0220-427A-99B1-4ADEEBB48216}" srcOrd="1" destOrd="0" presId="urn:microsoft.com/office/officeart/2005/8/layout/list1"/>
    <dgm:cxn modelId="{3C62833D-889A-4AB1-BC88-23CB4BFB1EC0}" type="presParOf" srcId="{CFB320DF-2B9C-4278-82F2-F31C5AA7E27D}" destId="{DE9E4BF9-BBCD-4227-8346-2BD131AF7756}" srcOrd="2" destOrd="0" presId="urn:microsoft.com/office/officeart/2005/8/layout/list1"/>
    <dgm:cxn modelId="{32F53B2B-DD8E-498C-B157-90A4E3F238B0}" type="presParOf" srcId="{CFB320DF-2B9C-4278-82F2-F31C5AA7E27D}" destId="{06EDAB17-E601-4410-9B3C-266B261ABB7A}" srcOrd="3" destOrd="0" presId="urn:microsoft.com/office/officeart/2005/8/layout/list1"/>
    <dgm:cxn modelId="{58AE1BE6-520D-4C72-A1EB-A33BF090B86A}" type="presParOf" srcId="{CFB320DF-2B9C-4278-82F2-F31C5AA7E27D}" destId="{3093AF0D-E92A-4199-A9D6-E7027B5B6BCD}" srcOrd="4" destOrd="0" presId="urn:microsoft.com/office/officeart/2005/8/layout/list1"/>
    <dgm:cxn modelId="{76F255CB-1919-4D31-BB80-C5F0DB49482B}" type="presParOf" srcId="{3093AF0D-E92A-4199-A9D6-E7027B5B6BCD}" destId="{84511B8A-EF75-4DD9-8A3B-1C7C78DB1EFB}" srcOrd="0" destOrd="0" presId="urn:microsoft.com/office/officeart/2005/8/layout/list1"/>
    <dgm:cxn modelId="{2E20F980-5C94-4647-A5BF-A980D0F50803}" type="presParOf" srcId="{3093AF0D-E92A-4199-A9D6-E7027B5B6BCD}" destId="{FB525B36-C686-47E7-85FD-FE9E17445221}" srcOrd="1" destOrd="0" presId="urn:microsoft.com/office/officeart/2005/8/layout/list1"/>
    <dgm:cxn modelId="{B2FA1E84-8725-472D-B4D9-ADED7D40A639}" type="presParOf" srcId="{CFB320DF-2B9C-4278-82F2-F31C5AA7E27D}" destId="{E5A6DFA2-CC39-497C-800D-2F473709E118}" srcOrd="5" destOrd="0" presId="urn:microsoft.com/office/officeart/2005/8/layout/list1"/>
    <dgm:cxn modelId="{B32B4B90-D0CE-45E8-9E4B-A7632CABE302}" type="presParOf" srcId="{CFB320DF-2B9C-4278-82F2-F31C5AA7E27D}" destId="{1FEC5CCC-3C78-4A27-898D-A2A6B9487D3B}" srcOrd="6" destOrd="0" presId="urn:microsoft.com/office/officeart/2005/8/layout/list1"/>
    <dgm:cxn modelId="{15573139-33A6-42B0-B3C8-494F5FD3A916}" type="presParOf" srcId="{CFB320DF-2B9C-4278-82F2-F31C5AA7E27D}" destId="{53D210BB-E7F8-41B8-AFB5-1A89D62ABE8C}" srcOrd="7" destOrd="0" presId="urn:microsoft.com/office/officeart/2005/8/layout/list1"/>
    <dgm:cxn modelId="{3F73B09A-EE43-4048-95FB-50EEF35F72BE}" type="presParOf" srcId="{CFB320DF-2B9C-4278-82F2-F31C5AA7E27D}" destId="{EBF79B84-9271-43E1-8678-8A11F173198C}" srcOrd="8" destOrd="0" presId="urn:microsoft.com/office/officeart/2005/8/layout/list1"/>
    <dgm:cxn modelId="{E0EAFD41-D4F6-42B1-849A-242B09AD9F7B}" type="presParOf" srcId="{EBF79B84-9271-43E1-8678-8A11F173198C}" destId="{61E9B214-FF13-409A-8186-49248DB531D2}" srcOrd="0" destOrd="0" presId="urn:microsoft.com/office/officeart/2005/8/layout/list1"/>
    <dgm:cxn modelId="{2D2D23AA-74E3-43D1-8EA2-3A275CC228D8}" type="presParOf" srcId="{EBF79B84-9271-43E1-8678-8A11F173198C}" destId="{4CEAA62E-28BE-42EA-868A-ADFE965F1DCF}" srcOrd="1" destOrd="0" presId="urn:microsoft.com/office/officeart/2005/8/layout/list1"/>
    <dgm:cxn modelId="{1E3AFECE-19BA-4945-9F99-C1E327ABA2F2}" type="presParOf" srcId="{CFB320DF-2B9C-4278-82F2-F31C5AA7E27D}" destId="{FB6C6BD8-9684-45B7-A7A4-A73F40507C52}" srcOrd="9" destOrd="0" presId="urn:microsoft.com/office/officeart/2005/8/layout/list1"/>
    <dgm:cxn modelId="{F1979DAE-22BF-4950-9B3E-53E3BBB4BC69}" type="presParOf" srcId="{CFB320DF-2B9C-4278-82F2-F31C5AA7E27D}" destId="{DC53BF57-5ADE-4D14-90BA-9D5E0DF02EC9}" srcOrd="10" destOrd="0" presId="urn:microsoft.com/office/officeart/2005/8/layout/list1"/>
    <dgm:cxn modelId="{C275E231-8871-4AEE-A750-67B6DEFA7E09}" type="presParOf" srcId="{CFB320DF-2B9C-4278-82F2-F31C5AA7E27D}" destId="{66F1E4A7-B306-4DDF-BD97-87CBFE043C56}" srcOrd="11" destOrd="0" presId="urn:microsoft.com/office/officeart/2005/8/layout/list1"/>
    <dgm:cxn modelId="{9F5D319F-24C8-474C-B491-207776E7F4FB}" type="presParOf" srcId="{CFB320DF-2B9C-4278-82F2-F31C5AA7E27D}" destId="{8EE53196-3A99-4AA4-A8E3-7A399CBAFEC6}" srcOrd="12" destOrd="0" presId="urn:microsoft.com/office/officeart/2005/8/layout/list1"/>
    <dgm:cxn modelId="{B00E6CC9-E0EE-4922-9B39-5927FA22713E}" type="presParOf" srcId="{8EE53196-3A99-4AA4-A8E3-7A399CBAFEC6}" destId="{A69688F8-4C92-41F9-ACB4-C2CC818AD9D3}" srcOrd="0" destOrd="0" presId="urn:microsoft.com/office/officeart/2005/8/layout/list1"/>
    <dgm:cxn modelId="{1C1C52AA-9CCC-4B09-A9D7-E54AB61CF097}" type="presParOf" srcId="{8EE53196-3A99-4AA4-A8E3-7A399CBAFEC6}" destId="{8AC0CBBA-803C-4ED3-8C4E-09B1F75B93FE}" srcOrd="1" destOrd="0" presId="urn:microsoft.com/office/officeart/2005/8/layout/list1"/>
    <dgm:cxn modelId="{A14BC850-33E6-4A51-9EC0-AB9599DBEADE}" type="presParOf" srcId="{CFB320DF-2B9C-4278-82F2-F31C5AA7E27D}" destId="{8A4FB499-A3CA-4648-BB51-D97630E484E2}" srcOrd="13" destOrd="0" presId="urn:microsoft.com/office/officeart/2005/8/layout/list1"/>
    <dgm:cxn modelId="{205457FB-C85E-48F8-964C-2E5789C8D92F}" type="presParOf" srcId="{CFB320DF-2B9C-4278-82F2-F31C5AA7E27D}" destId="{E547696A-C0A8-4722-9C60-9E8665885873}"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6CAEC-24E5-4AFE-A100-5EA967AA5B8D}">
      <dsp:nvSpPr>
        <dsp:cNvPr id="0" name=""/>
        <dsp:cNvSpPr/>
      </dsp:nvSpPr>
      <dsp:spPr>
        <a:xfrm>
          <a:off x="0" y="653692"/>
          <a:ext cx="9720262" cy="120681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6ABAD43-F3EC-44E5-A336-F3458ADABA58}">
      <dsp:nvSpPr>
        <dsp:cNvPr id="0" name=""/>
        <dsp:cNvSpPr/>
      </dsp:nvSpPr>
      <dsp:spPr>
        <a:xfrm>
          <a:off x="365062" y="925226"/>
          <a:ext cx="663749" cy="66374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E49CF97-CC47-4F52-9412-B07365D29F75}">
      <dsp:nvSpPr>
        <dsp:cNvPr id="0" name=""/>
        <dsp:cNvSpPr/>
      </dsp:nvSpPr>
      <dsp:spPr>
        <a:xfrm>
          <a:off x="1393874" y="653692"/>
          <a:ext cx="8326387" cy="1206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22" tIns="127722" rIns="127722" bIns="127722" numCol="1" spcCol="1270" anchor="ctr" anchorCtr="0">
          <a:noAutofit/>
        </a:bodyPr>
        <a:lstStyle/>
        <a:p>
          <a:pPr marL="0" lvl="0" indent="0" algn="l" defTabSz="1066800">
            <a:lnSpc>
              <a:spcPct val="90000"/>
            </a:lnSpc>
            <a:spcBef>
              <a:spcPct val="0"/>
            </a:spcBef>
            <a:spcAft>
              <a:spcPct val="35000"/>
            </a:spcAft>
            <a:buNone/>
          </a:pPr>
          <a:r>
            <a:rPr lang="fr-CA" sz="2400" kern="1200"/>
            <a:t>Dans le cadre utilitariste, pour déterminer si une action est bonne ou mauvaise il faut s’intéresser aux conséquences d’une action : qu’elle effet mon action aura-t-elle sur le bien-être d’autrui?</a:t>
          </a:r>
          <a:endParaRPr lang="en-US" sz="2400" kern="1200"/>
        </a:p>
      </dsp:txBody>
      <dsp:txXfrm>
        <a:off x="1393874" y="653692"/>
        <a:ext cx="8326387" cy="1206817"/>
      </dsp:txXfrm>
    </dsp:sp>
    <dsp:sp modelId="{349F7107-21EC-45DC-A8BE-3E25E6501377}">
      <dsp:nvSpPr>
        <dsp:cNvPr id="0" name=""/>
        <dsp:cNvSpPr/>
      </dsp:nvSpPr>
      <dsp:spPr>
        <a:xfrm>
          <a:off x="0" y="2162214"/>
          <a:ext cx="9720262" cy="120681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E423E9F-544F-4F0C-8AFF-56152F6A2263}">
      <dsp:nvSpPr>
        <dsp:cNvPr id="0" name=""/>
        <dsp:cNvSpPr/>
      </dsp:nvSpPr>
      <dsp:spPr>
        <a:xfrm>
          <a:off x="365062" y="2433748"/>
          <a:ext cx="663749" cy="66374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5875"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E9EDC43-4EDB-46F5-A1AA-163D59CCA337}">
      <dsp:nvSpPr>
        <dsp:cNvPr id="0" name=""/>
        <dsp:cNvSpPr/>
      </dsp:nvSpPr>
      <dsp:spPr>
        <a:xfrm>
          <a:off x="1393874" y="2162214"/>
          <a:ext cx="8326387" cy="12068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7722" tIns="127722" rIns="127722" bIns="127722" numCol="1" spcCol="1270" anchor="ctr" anchorCtr="0">
          <a:noAutofit/>
        </a:bodyPr>
        <a:lstStyle/>
        <a:p>
          <a:pPr marL="0" lvl="0" indent="0" algn="l" defTabSz="1066800">
            <a:lnSpc>
              <a:spcPct val="90000"/>
            </a:lnSpc>
            <a:spcBef>
              <a:spcPct val="0"/>
            </a:spcBef>
            <a:spcAft>
              <a:spcPct val="35000"/>
            </a:spcAft>
            <a:buNone/>
          </a:pPr>
          <a:r>
            <a:rPr lang="fr-CA" sz="2400" kern="1200"/>
            <a:t>Dans ce sens, certaines actions que nous considérons habituellement immorales seraient permises dans certains cas</a:t>
          </a:r>
          <a:endParaRPr lang="en-US" sz="2400" kern="1200"/>
        </a:p>
      </dsp:txBody>
      <dsp:txXfrm>
        <a:off x="1393874" y="2162214"/>
        <a:ext cx="8326387" cy="120681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9E4BF9-BBCD-4227-8346-2BD131AF7756}">
      <dsp:nvSpPr>
        <dsp:cNvPr id="0" name=""/>
        <dsp:cNvSpPr/>
      </dsp:nvSpPr>
      <dsp:spPr>
        <a:xfrm>
          <a:off x="0" y="419663"/>
          <a:ext cx="6596063" cy="70560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6C7710E-AE77-4516-AE6D-196AEE6DC3E3}">
      <dsp:nvSpPr>
        <dsp:cNvPr id="0" name=""/>
        <dsp:cNvSpPr/>
      </dsp:nvSpPr>
      <dsp:spPr>
        <a:xfrm>
          <a:off x="329803" y="6383"/>
          <a:ext cx="4617244" cy="826560"/>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521" tIns="0" rIns="174521" bIns="0" numCol="1" spcCol="1270" anchor="ctr" anchorCtr="0">
          <a:noAutofit/>
        </a:bodyPr>
        <a:lstStyle/>
        <a:p>
          <a:pPr marL="0" lvl="0" indent="0" algn="l" defTabSz="1244600">
            <a:lnSpc>
              <a:spcPct val="90000"/>
            </a:lnSpc>
            <a:spcBef>
              <a:spcPct val="0"/>
            </a:spcBef>
            <a:spcAft>
              <a:spcPct val="35000"/>
            </a:spcAft>
            <a:buNone/>
          </a:pPr>
          <a:r>
            <a:rPr lang="fr-CA" sz="2800" kern="1200"/>
            <a:t>Les gens préfèrent sauver :</a:t>
          </a:r>
          <a:endParaRPr lang="en-US" sz="2800" kern="1200"/>
        </a:p>
      </dsp:txBody>
      <dsp:txXfrm>
        <a:off x="370152" y="46732"/>
        <a:ext cx="4536546" cy="745862"/>
      </dsp:txXfrm>
    </dsp:sp>
    <dsp:sp modelId="{1FEC5CCC-3C78-4A27-898D-A2A6B9487D3B}">
      <dsp:nvSpPr>
        <dsp:cNvPr id="0" name=""/>
        <dsp:cNvSpPr/>
      </dsp:nvSpPr>
      <dsp:spPr>
        <a:xfrm>
          <a:off x="0" y="1689743"/>
          <a:ext cx="6596063" cy="70560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525B36-C686-47E7-85FD-FE9E17445221}">
      <dsp:nvSpPr>
        <dsp:cNvPr id="0" name=""/>
        <dsp:cNvSpPr/>
      </dsp:nvSpPr>
      <dsp:spPr>
        <a:xfrm>
          <a:off x="329803" y="1276463"/>
          <a:ext cx="4617244" cy="826560"/>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521" tIns="0" rIns="174521" bIns="0" numCol="1" spcCol="1270" anchor="ctr" anchorCtr="0">
          <a:noAutofit/>
        </a:bodyPr>
        <a:lstStyle/>
        <a:p>
          <a:pPr marL="0" lvl="0" indent="0" algn="l" defTabSz="1244600">
            <a:lnSpc>
              <a:spcPct val="90000"/>
            </a:lnSpc>
            <a:spcBef>
              <a:spcPct val="0"/>
            </a:spcBef>
            <a:spcAft>
              <a:spcPct val="35000"/>
            </a:spcAft>
            <a:buNone/>
          </a:pPr>
          <a:r>
            <a:rPr lang="fr-CA" sz="2800" kern="1200"/>
            <a:t>1) Les humains plutôt que les animaux ;</a:t>
          </a:r>
          <a:endParaRPr lang="en-US" sz="2800" kern="1200"/>
        </a:p>
      </dsp:txBody>
      <dsp:txXfrm>
        <a:off x="370152" y="1316812"/>
        <a:ext cx="4536546" cy="745862"/>
      </dsp:txXfrm>
    </dsp:sp>
    <dsp:sp modelId="{DC53BF57-5ADE-4D14-90BA-9D5E0DF02EC9}">
      <dsp:nvSpPr>
        <dsp:cNvPr id="0" name=""/>
        <dsp:cNvSpPr/>
      </dsp:nvSpPr>
      <dsp:spPr>
        <a:xfrm>
          <a:off x="0" y="2959824"/>
          <a:ext cx="6596063" cy="70560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CEAA62E-28BE-42EA-868A-ADFE965F1DCF}">
      <dsp:nvSpPr>
        <dsp:cNvPr id="0" name=""/>
        <dsp:cNvSpPr/>
      </dsp:nvSpPr>
      <dsp:spPr>
        <a:xfrm>
          <a:off x="329803" y="2546544"/>
          <a:ext cx="4617244" cy="826560"/>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521" tIns="0" rIns="174521" bIns="0" numCol="1" spcCol="1270" anchor="ctr" anchorCtr="0">
          <a:noAutofit/>
        </a:bodyPr>
        <a:lstStyle/>
        <a:p>
          <a:pPr marL="0" lvl="0" indent="0" algn="l" defTabSz="1244600">
            <a:lnSpc>
              <a:spcPct val="90000"/>
            </a:lnSpc>
            <a:spcBef>
              <a:spcPct val="0"/>
            </a:spcBef>
            <a:spcAft>
              <a:spcPct val="35000"/>
            </a:spcAft>
            <a:buNone/>
          </a:pPr>
          <a:r>
            <a:rPr lang="fr-CA" sz="2800" kern="1200"/>
            <a:t>2) Plus de vie que moins de vies ;</a:t>
          </a:r>
          <a:endParaRPr lang="en-US" sz="2800" kern="1200"/>
        </a:p>
      </dsp:txBody>
      <dsp:txXfrm>
        <a:off x="370152" y="2586893"/>
        <a:ext cx="4536546" cy="745862"/>
      </dsp:txXfrm>
    </dsp:sp>
    <dsp:sp modelId="{E547696A-C0A8-4722-9C60-9E8665885873}">
      <dsp:nvSpPr>
        <dsp:cNvPr id="0" name=""/>
        <dsp:cNvSpPr/>
      </dsp:nvSpPr>
      <dsp:spPr>
        <a:xfrm>
          <a:off x="0" y="4229904"/>
          <a:ext cx="6596063" cy="705600"/>
        </a:xfrm>
        <a:prstGeom prst="rect">
          <a:avLst/>
        </a:prstGeom>
        <a:solidFill>
          <a:schemeClr val="lt2">
            <a:alpha val="90000"/>
            <a:hueOff val="0"/>
            <a:satOff val="0"/>
            <a:lumOff val="0"/>
            <a:alphaOff val="0"/>
          </a:schemeClr>
        </a:solidFill>
        <a:ln w="15875" cap="flat"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AC0CBBA-803C-4ED3-8C4E-09B1F75B93FE}">
      <dsp:nvSpPr>
        <dsp:cNvPr id="0" name=""/>
        <dsp:cNvSpPr/>
      </dsp:nvSpPr>
      <dsp:spPr>
        <a:xfrm>
          <a:off x="329803" y="3816624"/>
          <a:ext cx="4617244" cy="826560"/>
        </a:xfrm>
        <a:prstGeom prst="roundRect">
          <a:avLst/>
        </a:prstGeom>
        <a:solidFill>
          <a:schemeClr val="dk2">
            <a:hueOff val="0"/>
            <a:satOff val="0"/>
            <a:lumOff val="0"/>
            <a:alphaOff val="0"/>
          </a:schemeClr>
        </a:solidFill>
        <a:ln w="15875" cap="flat"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4521" tIns="0" rIns="174521" bIns="0" numCol="1" spcCol="1270" anchor="ctr" anchorCtr="0">
          <a:noAutofit/>
        </a:bodyPr>
        <a:lstStyle/>
        <a:p>
          <a:pPr marL="0" lvl="0" indent="0" algn="l" defTabSz="1244600">
            <a:lnSpc>
              <a:spcPct val="90000"/>
            </a:lnSpc>
            <a:spcBef>
              <a:spcPct val="0"/>
            </a:spcBef>
            <a:spcAft>
              <a:spcPct val="35000"/>
            </a:spcAft>
            <a:buNone/>
          </a:pPr>
          <a:r>
            <a:rPr lang="fr-CA" sz="2800" kern="1200"/>
            <a:t>3) Les jeunes </a:t>
          </a:r>
          <a:endParaRPr lang="en-US" sz="2800" kern="1200"/>
        </a:p>
      </dsp:txBody>
      <dsp:txXfrm>
        <a:off x="370152" y="3856973"/>
        <a:ext cx="4536546" cy="74586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F2641A86-FBF4-4831-9FF4-7B487F3492D7}" type="datetime1">
              <a:rPr lang="fr-FR" smtClean="0"/>
              <a:t>16/02/2023</a:t>
            </a:fld>
            <a:endParaRPr lang="en-US" dirty="0"/>
          </a:p>
        </p:txBody>
      </p:sp>
      <p:sp>
        <p:nvSpPr>
          <p:cNvPr id="4" name="Espace réservé du pied de page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D92CB86-0DB9-4A70-B1CF-B23508471F6B}" type="slidenum">
              <a:rPr lang="en-US" smtClean="0"/>
              <a:t>‹N°›</a:t>
            </a:fld>
            <a:endParaRPr lang="en-US"/>
          </a:p>
        </p:txBody>
      </p:sp>
    </p:spTree>
    <p:extLst>
      <p:ext uri="{BB962C8B-B14F-4D97-AF65-F5344CB8AC3E}">
        <p14:creationId xmlns:p14="http://schemas.microsoft.com/office/powerpoint/2010/main" val="663557642"/>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713F8BB-B1B5-4D35-A08C-A275931309FC}" type="datetime1">
              <a:rPr lang="fr-FR" smtClean="0"/>
              <a:t>16/02/2023</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 du masque</a:t>
            </a:r>
            <a:endParaRPr lang="en-US"/>
          </a:p>
          <a:p>
            <a:pPr lvl="1" rtl="0"/>
            <a:r>
              <a:rPr lang="fr"/>
              <a:t>Deuxième niveau</a:t>
            </a:r>
          </a:p>
          <a:p>
            <a:pPr lvl="2" rtl="0"/>
            <a:r>
              <a:rPr lang="fr"/>
              <a:t>Troisième niveau</a:t>
            </a:r>
          </a:p>
          <a:p>
            <a:pPr lvl="3" rtl="0"/>
            <a:r>
              <a:rPr lang="fr"/>
              <a:t>Quatrième niveau</a:t>
            </a:r>
          </a:p>
          <a:p>
            <a:pPr lvl="4" rtl="0"/>
            <a:r>
              <a:rPr lang="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9C2B151B-D7D1-48E5-8230-5AADBC794F88}" type="slidenum">
              <a:rPr lang="en-US" smtClean="0"/>
              <a:t>‹N°›</a:t>
            </a:fld>
            <a:endParaRPr lang="en-US"/>
          </a:p>
        </p:txBody>
      </p:sp>
    </p:spTree>
    <p:extLst>
      <p:ext uri="{BB962C8B-B14F-4D97-AF65-F5344CB8AC3E}">
        <p14:creationId xmlns:p14="http://schemas.microsoft.com/office/powerpoint/2010/main" val="313859278"/>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lvl1pPr algn="l">
              <a:defRPr/>
            </a:lvl1pPr>
          </a:lstStyle>
          <a:p>
            <a:pPr rtl="0"/>
            <a:fld id="{EABA18A1-B72F-49DD-8A51-DC4A9B10C77C}" type="datetime1">
              <a:rPr lang="fr-FR" smtClean="0"/>
              <a:t>16/02/2023</a:t>
            </a:fld>
            <a:endParaRPr lang="en-US" dirty="0"/>
          </a:p>
        </p:txBody>
      </p:sp>
      <p:sp>
        <p:nvSpPr>
          <p:cNvPr id="5" name="Footer Placeholder 4"/>
          <p:cNvSpPr>
            <a:spLocks noGrp="1"/>
          </p:cNvSpPr>
          <p:nvPr>
            <p:ph type="ftr" sz="quarter" idx="11"/>
          </p:nvPr>
        </p:nvSpPr>
        <p:spPr/>
        <p:txBody>
          <a:bodyPr/>
          <a:lstStyle/>
          <a:p>
            <a:pPr rtl="0"/>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79271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rtl="0"/>
            <a:fld id="{75162FBC-E467-46B8-ABE1-98D95CFF2BA6}" type="datetime1">
              <a:rPr lang="fr-FR" smtClean="0"/>
              <a:t>16/02/2023</a:t>
            </a:fld>
            <a:endParaRPr lang="en-US" dirty="0"/>
          </a:p>
        </p:txBody>
      </p:sp>
      <p:sp>
        <p:nvSpPr>
          <p:cNvPr id="5" name="Footer Placeholder 4"/>
          <p:cNvSpPr>
            <a:spLocks noGrp="1"/>
          </p:cNvSpPr>
          <p:nvPr>
            <p:ph type="ftr" sz="quarter" idx="11"/>
          </p:nvPr>
        </p:nvSpPr>
        <p:spPr/>
        <p:txBody>
          <a:bodyPr/>
          <a:lstStyle/>
          <a:p>
            <a:pPr rtl="0"/>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0086469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fr-FR"/>
              <a:t>Modifiez le style du titre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pPr rtl="0"/>
            <a:fld id="{33CD2423-DC0C-47A2-8916-10643EB35EC9}" type="datetime1">
              <a:rPr lang="fr-FR" smtClean="0"/>
              <a:t>16/02/2023</a:t>
            </a:fld>
            <a:endParaRPr lang="en-US" dirty="0"/>
          </a:p>
        </p:txBody>
      </p:sp>
      <p:sp>
        <p:nvSpPr>
          <p:cNvPr id="5" name="Footer Placeholder 4"/>
          <p:cNvSpPr>
            <a:spLocks noGrp="1"/>
          </p:cNvSpPr>
          <p:nvPr>
            <p:ph type="ftr" sz="quarter" idx="11"/>
          </p:nvPr>
        </p:nvSpPr>
        <p:spPr/>
        <p:txBody>
          <a:bodyPr/>
          <a:lstStyle/>
          <a:p>
            <a:pPr rtl="0"/>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5139374"/>
      </p:ext>
    </p:extLst>
  </p:cSld>
  <p:clrMapOvr>
    <a:masterClrMapping/>
  </p:clrMapOvr>
  <p:hf sldNum="0"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fr-FR"/>
              <a:t>Modifiez le style du titre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pPr rtl="0"/>
            <a:fld id="{F810B38C-D4F5-42C2-967A-0B7FC97B2621}" type="datetime1">
              <a:rPr lang="fr-FR" smtClean="0"/>
              <a:t>16/02/2023</a:t>
            </a:fld>
            <a:endParaRPr lang="en-US" dirty="0"/>
          </a:p>
        </p:txBody>
      </p:sp>
      <p:sp>
        <p:nvSpPr>
          <p:cNvPr id="6" name="Footer Placeholder 5"/>
          <p:cNvSpPr>
            <a:spLocks noGrp="1"/>
          </p:cNvSpPr>
          <p:nvPr>
            <p:ph type="ftr" sz="quarter" idx="11"/>
          </p:nvPr>
        </p:nvSpPr>
        <p:spPr/>
        <p:txBody>
          <a:bodyPr/>
          <a:lstStyle/>
          <a:p>
            <a:pPr rtl="0"/>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084265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fr-FR"/>
              <a:t>Modifiez le style du titre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1024128" y="2967788"/>
            <a:ext cx="475488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fr-FR"/>
              <a:t>Cliquez pour modifier les styles du texte du masque</a:t>
            </a:r>
          </a:p>
        </p:txBody>
      </p:sp>
      <p:sp>
        <p:nvSpPr>
          <p:cNvPr id="6" name="Content Placeholder 5"/>
          <p:cNvSpPr>
            <a:spLocks noGrp="1"/>
          </p:cNvSpPr>
          <p:nvPr>
            <p:ph sz="quarter" idx="4"/>
          </p:nvPr>
        </p:nvSpPr>
        <p:spPr>
          <a:xfrm>
            <a:off x="5990888" y="2967788"/>
            <a:ext cx="4754880" cy="3341572"/>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pPr rtl="0"/>
            <a:fld id="{76C9646D-2F82-4FD6-98A1-C2A4C26D0529}" type="datetime1">
              <a:rPr lang="fr-FR" smtClean="0"/>
              <a:t>16/02/2023</a:t>
            </a:fld>
            <a:endParaRPr lang="en-US" dirty="0"/>
          </a:p>
        </p:txBody>
      </p:sp>
      <p:sp>
        <p:nvSpPr>
          <p:cNvPr id="8" name="Footer Placeholder 7"/>
          <p:cNvSpPr>
            <a:spLocks noGrp="1"/>
          </p:cNvSpPr>
          <p:nvPr>
            <p:ph type="ftr" sz="quarter" idx="11"/>
          </p:nvPr>
        </p:nvSpPr>
        <p:spPr/>
        <p:txBody>
          <a:bodyPr/>
          <a:lstStyle/>
          <a:p>
            <a:pPr rtl="0"/>
            <a:endParaRPr lang="en-US" dirty="0"/>
          </a:p>
        </p:txBody>
      </p:sp>
      <p:sp>
        <p:nvSpPr>
          <p:cNvPr id="9" name="Slide Number Placeholder 8"/>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398026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pPr rtl="0"/>
            <a:fld id="{33CD2423-DC0C-47A2-8916-10643EB35EC9}" type="datetime1">
              <a:rPr lang="fr-FR" smtClean="0"/>
              <a:t>16/02/2023</a:t>
            </a:fld>
            <a:endParaRPr lang="en-US" dirty="0"/>
          </a:p>
        </p:txBody>
      </p:sp>
      <p:sp>
        <p:nvSpPr>
          <p:cNvPr id="4" name="Footer Placeholder 3"/>
          <p:cNvSpPr>
            <a:spLocks noGrp="1"/>
          </p:cNvSpPr>
          <p:nvPr>
            <p:ph type="ftr" sz="quarter" idx="11"/>
          </p:nvPr>
        </p:nvSpPr>
        <p:spPr/>
        <p:txBody>
          <a:bodyPr/>
          <a:lstStyle/>
          <a:p>
            <a:pPr rtl="0"/>
            <a:endParaRPr lang="en-US" dirty="0"/>
          </a:p>
        </p:txBody>
      </p:sp>
      <p:sp>
        <p:nvSpPr>
          <p:cNvPr id="5" name="Slide Number Placeholder 4"/>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2443793553"/>
      </p:ext>
    </p:extLst>
  </p:cSld>
  <p:clrMapOvr>
    <a:masterClrMapping/>
  </p:clrMapOvr>
  <p:hf sldNum="0" hdr="0" ftr="0"/>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rtl="0"/>
            <a:fld id="{8C7E81F3-FFCD-4236-B158-26C78CAC6E11}" type="datetime1">
              <a:rPr lang="fr-FR" smtClean="0"/>
              <a:t>16/02/2023</a:t>
            </a:fld>
            <a:endParaRPr lang="en-US" dirty="0"/>
          </a:p>
        </p:txBody>
      </p:sp>
      <p:sp>
        <p:nvSpPr>
          <p:cNvPr id="3" name="Footer Placeholder 2"/>
          <p:cNvSpPr>
            <a:spLocks noGrp="1"/>
          </p:cNvSpPr>
          <p:nvPr>
            <p:ph type="ftr" sz="quarter" idx="11"/>
          </p:nvPr>
        </p:nvSpPr>
        <p:spPr/>
        <p:txBody>
          <a:bodyPr/>
          <a:lstStyle/>
          <a:p>
            <a:pPr rtl="0"/>
            <a:endParaRPr lang="en-US" dirty="0"/>
          </a:p>
        </p:txBody>
      </p:sp>
      <p:sp>
        <p:nvSpPr>
          <p:cNvPr id="4" name="Slide Number Placeholder 3"/>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4231793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fr-FR"/>
              <a:t>Modifiez le style du titre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pPr rtl="0"/>
            <a:fld id="{0A97361A-7C50-452A-9761-2F2CCDC29838}" type="datetime1">
              <a:rPr lang="fr-FR" smtClean="0"/>
              <a:t>16/02/2023</a:t>
            </a:fld>
            <a:endParaRPr lang="en-US" dirty="0"/>
          </a:p>
        </p:txBody>
      </p:sp>
      <p:sp>
        <p:nvSpPr>
          <p:cNvPr id="6" name="Footer Placeholder 5"/>
          <p:cNvSpPr>
            <a:spLocks noGrp="1"/>
          </p:cNvSpPr>
          <p:nvPr>
            <p:ph type="ftr" sz="quarter" idx="11"/>
          </p:nvPr>
        </p:nvSpPr>
        <p:spPr/>
        <p:txBody>
          <a:bodyPr/>
          <a:lstStyle/>
          <a:p>
            <a:pPr rtl="0"/>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pPr rtl="0"/>
              <a:t>‹N°›</a:t>
            </a:fld>
            <a:endParaRPr lang="en-US" dirty="0"/>
          </a:p>
        </p:txBody>
      </p:sp>
    </p:spTree>
    <p:extLst>
      <p:ext uri="{BB962C8B-B14F-4D97-AF65-F5344CB8AC3E}">
        <p14:creationId xmlns:p14="http://schemas.microsoft.com/office/powerpoint/2010/main" val="2235169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fr-FR"/>
              <a:t>Modifiez le style du titre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pPr rtl="0"/>
            <a:fld id="{7E208F8F-9785-4D7E-B2D7-6FB9149CAF24}" type="datetime1">
              <a:rPr lang="fr-FR" smtClean="0"/>
              <a:t>16/02/2023</a:t>
            </a:fld>
            <a:endParaRPr lang="en-US" dirty="0"/>
          </a:p>
        </p:txBody>
      </p:sp>
      <p:sp>
        <p:nvSpPr>
          <p:cNvPr id="6" name="Footer Placeholder 5"/>
          <p:cNvSpPr>
            <a:spLocks noGrp="1"/>
          </p:cNvSpPr>
          <p:nvPr>
            <p:ph type="ftr" sz="quarter" idx="11"/>
          </p:nvPr>
        </p:nvSpPr>
        <p:spPr/>
        <p:txBody>
          <a:bodyPr/>
          <a:lstStyle/>
          <a:p>
            <a:pPr algn="l" rtl="0"/>
            <a:endParaRPr lang="en-US" dirty="0"/>
          </a:p>
        </p:txBody>
      </p:sp>
      <p:sp>
        <p:nvSpPr>
          <p:cNvPr id="7" name="Slide Number Placeholder 6"/>
          <p:cNvSpPr>
            <a:spLocks noGrp="1"/>
          </p:cNvSpPr>
          <p:nvPr>
            <p:ph type="sldNum" sz="quarter" idx="12"/>
          </p:nvPr>
        </p:nvSpPr>
        <p:spPr/>
        <p:txBody>
          <a:bodyPr/>
          <a:lstStyle/>
          <a:p>
            <a:pPr rtl="0"/>
            <a:fld id="{3A98EE3D-8CD1-4C3F-BD1C-C98C9596463C}" type="slidenum">
              <a:rPr lang="en-US" smtClean="0"/>
              <a:t>‹N°›</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547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rtl="0"/>
            <a:fld id="{97A74DDF-14B3-4359-B246-DC1DC867FD8F}" type="datetime1">
              <a:rPr lang="fr-FR" smtClean="0"/>
              <a:t>16/02/2023</a:t>
            </a:fld>
            <a:endParaRPr lang="en-US" dirty="0"/>
          </a:p>
        </p:txBody>
      </p:sp>
      <p:sp>
        <p:nvSpPr>
          <p:cNvPr id="5" name="Footer Placeholder 4"/>
          <p:cNvSpPr>
            <a:spLocks noGrp="1"/>
          </p:cNvSpPr>
          <p:nvPr>
            <p:ph type="ftr" sz="quarter" idx="11"/>
          </p:nvPr>
        </p:nvSpPr>
        <p:spPr/>
        <p:txBody>
          <a:bodyPr/>
          <a:lstStyle/>
          <a:p>
            <a:pPr rtl="0"/>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a:t>
            </a:fld>
            <a:endParaRPr lang="en-US" dirty="0"/>
          </a:p>
        </p:txBody>
      </p:sp>
    </p:spTree>
    <p:extLst>
      <p:ext uri="{BB962C8B-B14F-4D97-AF65-F5344CB8AC3E}">
        <p14:creationId xmlns:p14="http://schemas.microsoft.com/office/powerpoint/2010/main" val="11953870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fr-FR"/>
              <a:t>Modifiez le style du titre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pPr rtl="0"/>
            <a:fld id="{72DB94D9-FA33-4622-B5B0-3A212B55AFC9}" type="datetime1">
              <a:rPr lang="fr-FR" smtClean="0"/>
              <a:t>16/02/2023</a:t>
            </a:fld>
            <a:endParaRPr lang="en-US" dirty="0"/>
          </a:p>
        </p:txBody>
      </p:sp>
      <p:sp>
        <p:nvSpPr>
          <p:cNvPr id="5" name="Footer Placeholder 4"/>
          <p:cNvSpPr>
            <a:spLocks noGrp="1"/>
          </p:cNvSpPr>
          <p:nvPr>
            <p:ph type="ftr" sz="quarter" idx="11"/>
          </p:nvPr>
        </p:nvSpPr>
        <p:spPr/>
        <p:txBody>
          <a:bodyPr/>
          <a:lstStyle/>
          <a:p>
            <a:pPr rtl="0"/>
            <a:endParaRPr lang="en-US" dirty="0"/>
          </a:p>
        </p:txBody>
      </p:sp>
      <p:sp>
        <p:nvSpPr>
          <p:cNvPr id="6" name="Slide Number Placeholder 5"/>
          <p:cNvSpPr>
            <a:spLocks noGrp="1"/>
          </p:cNvSpPr>
          <p:nvPr>
            <p:ph type="sldNum" sz="quarter" idx="12"/>
          </p:nvPr>
        </p:nvSpPr>
        <p:spPr/>
        <p:txBody>
          <a:bodyPr/>
          <a:lstStyle/>
          <a:p>
            <a:pPr rtl="0"/>
            <a:fld id="{3A98EE3D-8CD1-4C3F-BD1C-C98C9596463C}" type="slidenum">
              <a:rPr lang="en-US" smtClean="0"/>
              <a:t>‹N°›</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9123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fr-FR"/>
              <a:t>Modifiez le style du titre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33CD2423-DC0C-47A2-8916-10643EB35EC9}" type="datetime1">
              <a:rPr lang="fr-FR" smtClean="0"/>
              <a:t>16/02/2023</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rtl="0"/>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rtl="0"/>
            <a:fld id="{3A98EE3D-8CD1-4C3F-BD1C-C98C9596463C}" type="slidenum">
              <a:rPr lang="en-US" smtClean="0"/>
              <a:t>‹N°›</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40030043"/>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Lst>
  <p:hf sldNum="0" hdr="0" ftr="0"/>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540FAC9-3505-49ED-9B06-A0F8C14853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9879B3CD-E329-42F5-B136-BA1F37EC05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05464" y="484632"/>
            <a:ext cx="7453538" cy="58809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
        <p:nvSpPr>
          <p:cNvPr id="2" name="Titre 1">
            <a:extLst>
              <a:ext uri="{FF2B5EF4-FFF2-40B4-BE49-F238E27FC236}">
                <a16:creationId xmlns:a16="http://schemas.microsoft.com/office/drawing/2014/main" id="{78FD68DA-43BA-4508-8DE2-BA9BB7B2FA5B}"/>
              </a:ext>
            </a:extLst>
          </p:cNvPr>
          <p:cNvSpPr>
            <a:spLocks noGrp="1"/>
          </p:cNvSpPr>
          <p:nvPr>
            <p:ph type="ctrTitle"/>
          </p:nvPr>
        </p:nvSpPr>
        <p:spPr>
          <a:xfrm>
            <a:off x="990096" y="977900"/>
            <a:ext cx="6539558" cy="3327734"/>
          </a:xfrm>
        </p:spPr>
        <p:txBody>
          <a:bodyPr rtlCol="0" anchor="b">
            <a:normAutofit/>
          </a:bodyPr>
          <a:lstStyle/>
          <a:p>
            <a:pPr rtl="0"/>
            <a:r>
              <a:rPr lang="fr" sz="5400" dirty="0"/>
              <a:t>L’utilitarisme (suite)</a:t>
            </a:r>
          </a:p>
        </p:txBody>
      </p:sp>
      <p:sp>
        <p:nvSpPr>
          <p:cNvPr id="3" name="Sous-titre 2">
            <a:extLst>
              <a:ext uri="{FF2B5EF4-FFF2-40B4-BE49-F238E27FC236}">
                <a16:creationId xmlns:a16="http://schemas.microsoft.com/office/drawing/2014/main" id="{A8E9CFF2-3777-4FF4-A759-8491175B0B7C}"/>
              </a:ext>
            </a:extLst>
          </p:cNvPr>
          <p:cNvSpPr>
            <a:spLocks noGrp="1"/>
          </p:cNvSpPr>
          <p:nvPr>
            <p:ph type="subTitle" idx="1"/>
          </p:nvPr>
        </p:nvSpPr>
        <p:spPr>
          <a:xfrm>
            <a:off x="990096" y="4621235"/>
            <a:ext cx="6539558" cy="1225028"/>
          </a:xfrm>
        </p:spPr>
        <p:txBody>
          <a:bodyPr rtlCol="0" anchor="t">
            <a:normAutofit/>
          </a:bodyPr>
          <a:lstStyle/>
          <a:p>
            <a:pPr algn="r" rtl="0"/>
            <a:r>
              <a:rPr lang="fr" sz="2000" dirty="0"/>
              <a:t>Cours 6</a:t>
            </a:r>
          </a:p>
        </p:txBody>
      </p:sp>
      <p:cxnSp>
        <p:nvCxnSpPr>
          <p:cNvPr id="23" name="Straight Connector 22">
            <a:extLst>
              <a:ext uri="{FF2B5EF4-FFF2-40B4-BE49-F238E27FC236}">
                <a16:creationId xmlns:a16="http://schemas.microsoft.com/office/drawing/2014/main" id="{51B042EF-3024-4C57-B282-1B30607FB7C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58680" y="4476657"/>
            <a:ext cx="5370974"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EA0B4097-B645-43E0-A2B5-B8D688E74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9870" y="484632"/>
            <a:ext cx="3584224" cy="588091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prstClr val="white"/>
              </a:solidFill>
            </a:endParaRPr>
          </a:p>
        </p:txBody>
      </p:sp>
    </p:spTree>
    <p:extLst>
      <p:ext uri="{BB962C8B-B14F-4D97-AF65-F5344CB8AC3E}">
        <p14:creationId xmlns:p14="http://schemas.microsoft.com/office/powerpoint/2010/main" val="404373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wd">
                                    <p:tmPct val="15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childTnLst>
                                </p:cTn>
                              </p:par>
                              <p:par>
                                <p:cTn id="8" presetID="10" presetClass="entr" presetSubtype="0" fill="hold" grpId="0" nodeType="withEffect">
                                  <p:stCondLst>
                                    <p:cond delay="500"/>
                                  </p:stCondLst>
                                  <p:iterate type="wd">
                                    <p:tmPct val="15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DAAA728-F8E8-45A3-8E0D-D920162C004E}"/>
              </a:ext>
            </a:extLst>
          </p:cNvPr>
          <p:cNvSpPr>
            <a:spLocks noGrp="1"/>
          </p:cNvSpPr>
          <p:nvPr>
            <p:ph type="title"/>
          </p:nvPr>
        </p:nvSpPr>
        <p:spPr/>
        <p:txBody>
          <a:bodyPr/>
          <a:lstStyle/>
          <a:p>
            <a:r>
              <a:rPr lang="fr-CA" dirty="0"/>
              <a:t>Récapitulation</a:t>
            </a:r>
          </a:p>
        </p:txBody>
      </p:sp>
      <p:sp>
        <p:nvSpPr>
          <p:cNvPr id="3" name="Espace réservé du contenu 2">
            <a:extLst>
              <a:ext uri="{FF2B5EF4-FFF2-40B4-BE49-F238E27FC236}">
                <a16:creationId xmlns:a16="http://schemas.microsoft.com/office/drawing/2014/main" id="{214BAA57-4E26-42E6-8698-1B0BD8EE5B40}"/>
              </a:ext>
            </a:extLst>
          </p:cNvPr>
          <p:cNvSpPr>
            <a:spLocks noGrp="1"/>
          </p:cNvSpPr>
          <p:nvPr>
            <p:ph idx="1"/>
          </p:nvPr>
        </p:nvSpPr>
        <p:spPr/>
        <p:txBody>
          <a:bodyPr>
            <a:normAutofit/>
          </a:bodyPr>
          <a:lstStyle/>
          <a:p>
            <a:pPr>
              <a:buFont typeface="Wingdings" panose="05000000000000000000" pitchFamily="2" charset="2"/>
              <a:buChar char="§"/>
            </a:pPr>
            <a:r>
              <a:rPr lang="fr-CA" sz="2400" dirty="0"/>
              <a:t> </a:t>
            </a:r>
            <a:r>
              <a:rPr lang="fr-CA" sz="2800" dirty="0"/>
              <a:t>Nous sommes des êtres sensibles, c’est-à-dire </a:t>
            </a:r>
            <a:r>
              <a:rPr lang="fr-CA" sz="2800" b="1" dirty="0"/>
              <a:t>que nous recherchons le </a:t>
            </a:r>
            <a:r>
              <a:rPr lang="fr-CA" sz="2800" b="1" u="sng" dirty="0"/>
              <a:t>plaisir</a:t>
            </a:r>
            <a:r>
              <a:rPr lang="fr-CA" sz="2800" b="1" dirty="0"/>
              <a:t> et évitons la </a:t>
            </a:r>
            <a:r>
              <a:rPr lang="fr-CA" sz="2800" b="1" u="sng" dirty="0"/>
              <a:t>douleur</a:t>
            </a:r>
            <a:r>
              <a:rPr lang="fr-CA" sz="2800" b="1" dirty="0"/>
              <a:t> </a:t>
            </a:r>
            <a:r>
              <a:rPr lang="fr-CA" sz="2800" dirty="0"/>
              <a:t>(tout comme les animaux)</a:t>
            </a:r>
            <a:endParaRPr lang="fr-CA" sz="2800" b="1" u="sng" dirty="0"/>
          </a:p>
          <a:p>
            <a:pPr>
              <a:buFont typeface="Wingdings" panose="05000000000000000000" pitchFamily="2" charset="2"/>
              <a:buChar char="§"/>
            </a:pPr>
            <a:r>
              <a:rPr lang="fr-CA" sz="2800" dirty="0"/>
              <a:t> On peut dire qu’une action qui engendre plus de plaisir que de douleur est utile, en ce sens qu’elle rend l’être humain plus heureux.</a:t>
            </a:r>
          </a:p>
          <a:p>
            <a:pPr>
              <a:buFont typeface="Wingdings" panose="05000000000000000000" pitchFamily="2" charset="2"/>
              <a:buChar char="§"/>
            </a:pPr>
            <a:r>
              <a:rPr lang="fr-CA" sz="2800" dirty="0"/>
              <a:t> Le plaisir et la douleur de chaque être humain est équivalent : </a:t>
            </a:r>
            <a:r>
              <a:rPr lang="fr-CA" sz="2800" b="1" dirty="0"/>
              <a:t>Chacun compte pour un</a:t>
            </a:r>
            <a:endParaRPr lang="fr-CA" sz="2800" dirty="0"/>
          </a:p>
          <a:p>
            <a:pPr>
              <a:buFont typeface="Wingdings" panose="05000000000000000000" pitchFamily="2" charset="2"/>
              <a:buChar char="§"/>
            </a:pPr>
            <a:r>
              <a:rPr lang="fr-CA" sz="2800" dirty="0"/>
              <a:t> On doit viser le plus grand bonheur du plus grand nombre</a:t>
            </a:r>
            <a:endParaRPr lang="fr-CA" sz="2400" dirty="0"/>
          </a:p>
        </p:txBody>
      </p:sp>
    </p:spTree>
    <p:extLst>
      <p:ext uri="{BB962C8B-B14F-4D97-AF65-F5344CB8AC3E}">
        <p14:creationId xmlns:p14="http://schemas.microsoft.com/office/powerpoint/2010/main" val="6172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DC6A726-E30F-47E0-B2B9-04198A974124}"/>
              </a:ext>
            </a:extLst>
          </p:cNvPr>
          <p:cNvSpPr>
            <a:spLocks noGrp="1"/>
          </p:cNvSpPr>
          <p:nvPr>
            <p:ph type="title"/>
          </p:nvPr>
        </p:nvSpPr>
        <p:spPr>
          <a:xfrm>
            <a:off x="1024128" y="585216"/>
            <a:ext cx="6066818" cy="1499616"/>
          </a:xfrm>
        </p:spPr>
        <p:txBody>
          <a:bodyPr>
            <a:normAutofit/>
          </a:bodyPr>
          <a:lstStyle/>
          <a:p>
            <a:r>
              <a:rPr lang="fr-CA" dirty="0"/>
              <a:t>L’acte ou l’intention?</a:t>
            </a:r>
          </a:p>
        </p:txBody>
      </p:sp>
      <p:sp>
        <p:nvSpPr>
          <p:cNvPr id="3" name="Espace réservé du contenu 2">
            <a:extLst>
              <a:ext uri="{FF2B5EF4-FFF2-40B4-BE49-F238E27FC236}">
                <a16:creationId xmlns:a16="http://schemas.microsoft.com/office/drawing/2014/main" id="{45FFFA91-34D8-4952-B672-5615E88D13A0}"/>
              </a:ext>
            </a:extLst>
          </p:cNvPr>
          <p:cNvSpPr>
            <a:spLocks noGrp="1"/>
          </p:cNvSpPr>
          <p:nvPr>
            <p:ph idx="1"/>
          </p:nvPr>
        </p:nvSpPr>
        <p:spPr>
          <a:xfrm>
            <a:off x="1024128" y="2286000"/>
            <a:ext cx="6066818" cy="4023360"/>
          </a:xfrm>
        </p:spPr>
        <p:txBody>
          <a:bodyPr>
            <a:normAutofit/>
          </a:bodyPr>
          <a:lstStyle/>
          <a:p>
            <a:pPr>
              <a:buFont typeface="Wingdings" panose="05000000000000000000" pitchFamily="2" charset="2"/>
              <a:buChar char="§"/>
            </a:pPr>
            <a:r>
              <a:rPr lang="fr-CA" dirty="0"/>
              <a:t> Nous avons vu qu’avec l’éthique des vertus et l’éthique kantien </a:t>
            </a:r>
            <a:r>
              <a:rPr lang="fr-CA" b="1" dirty="0"/>
              <a:t>l’intention </a:t>
            </a:r>
            <a:r>
              <a:rPr lang="fr-CA" dirty="0"/>
              <a:t>des agents est importante</a:t>
            </a:r>
          </a:p>
          <a:p>
            <a:pPr>
              <a:buFontTx/>
              <a:buChar char="-"/>
            </a:pPr>
            <a:r>
              <a:rPr lang="fr-CA" dirty="0"/>
              <a:t>Hume : sentiment de bienveillance</a:t>
            </a:r>
          </a:p>
          <a:p>
            <a:pPr>
              <a:buFontTx/>
              <a:buChar char="-"/>
            </a:pPr>
            <a:r>
              <a:rPr lang="fr-CA" dirty="0"/>
              <a:t>Kant : Devoir</a:t>
            </a:r>
          </a:p>
          <a:p>
            <a:pPr>
              <a:buFont typeface="Wingdings" panose="05000000000000000000" pitchFamily="2" charset="2"/>
              <a:buChar char="§"/>
            </a:pPr>
            <a:endParaRPr lang="fr-CA" dirty="0"/>
          </a:p>
          <a:p>
            <a:pPr>
              <a:buFont typeface="Wingdings" panose="05000000000000000000" pitchFamily="2" charset="2"/>
              <a:buChar char="§"/>
            </a:pPr>
            <a:r>
              <a:rPr lang="fr-CA" dirty="0"/>
              <a:t> Dans une perspective utilitariste, où ce sont les conséquences concrètes de l’acte qui importent, le motif ou l’intention de l’acte reste secondaire </a:t>
            </a:r>
          </a:p>
        </p:txBody>
      </p:sp>
      <p:pic>
        <p:nvPicPr>
          <p:cNvPr id="3074" name="Picture 2">
            <a:extLst>
              <a:ext uri="{FF2B5EF4-FFF2-40B4-BE49-F238E27FC236}">
                <a16:creationId xmlns:a16="http://schemas.microsoft.com/office/drawing/2014/main" id="{31B9E583-91ED-4155-BB24-7943A3B3E7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5820" r="36125"/>
          <a:stretch/>
        </p:blipFill>
        <p:spPr bwMode="auto">
          <a:xfrm>
            <a:off x="7552266" y="10"/>
            <a:ext cx="4639733"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0978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F668A48-F30C-44AB-90ED-F4CC35D32A9B}"/>
              </a:ext>
            </a:extLst>
          </p:cNvPr>
          <p:cNvSpPr>
            <a:spLocks noGrp="1"/>
          </p:cNvSpPr>
          <p:nvPr>
            <p:ph type="title"/>
          </p:nvPr>
        </p:nvSpPr>
        <p:spPr/>
        <p:txBody>
          <a:bodyPr/>
          <a:lstStyle/>
          <a:p>
            <a:r>
              <a:rPr lang="fr-CA" dirty="0"/>
              <a:t>Le calcul d’utilité</a:t>
            </a:r>
          </a:p>
        </p:txBody>
      </p:sp>
      <p:sp>
        <p:nvSpPr>
          <p:cNvPr id="3" name="Espace réservé du contenu 2">
            <a:extLst>
              <a:ext uri="{FF2B5EF4-FFF2-40B4-BE49-F238E27FC236}">
                <a16:creationId xmlns:a16="http://schemas.microsoft.com/office/drawing/2014/main" id="{4079D492-BE09-4236-95FE-145F6CA396DE}"/>
              </a:ext>
            </a:extLst>
          </p:cNvPr>
          <p:cNvSpPr>
            <a:spLocks noGrp="1"/>
          </p:cNvSpPr>
          <p:nvPr>
            <p:ph idx="1"/>
          </p:nvPr>
        </p:nvSpPr>
        <p:spPr/>
        <p:txBody>
          <a:bodyPr/>
          <a:lstStyle/>
          <a:p>
            <a:r>
              <a:rPr lang="fr-CA" dirty="0"/>
              <a:t>1) Faire le tour des différentes possibilités d’action en considérant pour chacune l’ensemble des biens et des torts qu’elle est susceptible de produire chez les individus concernés</a:t>
            </a:r>
          </a:p>
          <a:p>
            <a:r>
              <a:rPr lang="fr-CA" dirty="0"/>
              <a:t>2) Faire la somme des plaisirs et des souffrances dans chaque cas en tenant compte du </a:t>
            </a:r>
            <a:r>
              <a:rPr lang="fr-CA" u="sng" dirty="0"/>
              <a:t>degré d’intensité</a:t>
            </a:r>
            <a:r>
              <a:rPr lang="fr-CA" dirty="0"/>
              <a:t> des ces plaisirs et souffrances</a:t>
            </a:r>
            <a:endParaRPr lang="fr-CA" u="sng" dirty="0"/>
          </a:p>
          <a:p>
            <a:r>
              <a:rPr lang="fr-CA" dirty="0"/>
              <a:t>3) Comparer les différentes options et choisir l’action qui maximisera le bonheur</a:t>
            </a:r>
          </a:p>
          <a:p>
            <a:r>
              <a:rPr lang="fr-CA" dirty="0"/>
              <a:t>4) Ne pas dépasser certaines règles fondamentales à moins d’exceptions extrêmes</a:t>
            </a:r>
          </a:p>
        </p:txBody>
      </p:sp>
    </p:spTree>
    <p:extLst>
      <p:ext uri="{BB962C8B-B14F-4D97-AF65-F5344CB8AC3E}">
        <p14:creationId xmlns:p14="http://schemas.microsoft.com/office/powerpoint/2010/main" val="33413830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887149-074C-4062-858E-5A361758A05A}"/>
              </a:ext>
            </a:extLst>
          </p:cNvPr>
          <p:cNvSpPr>
            <a:spLocks noGrp="1"/>
          </p:cNvSpPr>
          <p:nvPr>
            <p:ph type="title"/>
          </p:nvPr>
        </p:nvSpPr>
        <p:spPr>
          <a:xfrm>
            <a:off x="1024128" y="585216"/>
            <a:ext cx="9720072" cy="1499616"/>
          </a:xfrm>
        </p:spPr>
        <p:txBody>
          <a:bodyPr>
            <a:normAutofit/>
          </a:bodyPr>
          <a:lstStyle/>
          <a:p>
            <a:r>
              <a:rPr lang="fr-CA"/>
              <a:t>Une éthique des conséquences </a:t>
            </a:r>
            <a:endParaRPr lang="fr-CA" dirty="0"/>
          </a:p>
        </p:txBody>
      </p:sp>
      <p:graphicFrame>
        <p:nvGraphicFramePr>
          <p:cNvPr id="11" name="Espace réservé du contenu 2">
            <a:extLst>
              <a:ext uri="{FF2B5EF4-FFF2-40B4-BE49-F238E27FC236}">
                <a16:creationId xmlns:a16="http://schemas.microsoft.com/office/drawing/2014/main" id="{B3D6F383-C4AA-48DA-9D35-38A09410414B}"/>
              </a:ext>
            </a:extLst>
          </p:cNvPr>
          <p:cNvGraphicFramePr>
            <a:graphicFrameLocks noGrp="1"/>
          </p:cNvGraphicFramePr>
          <p:nvPr>
            <p:ph idx="1"/>
            <p:extLst>
              <p:ext uri="{D42A27DB-BD31-4B8C-83A1-F6EECF244321}">
                <p14:modId xmlns:p14="http://schemas.microsoft.com/office/powerpoint/2010/main" val="1550447205"/>
              </p:ext>
            </p:extLst>
          </p:nvPr>
        </p:nvGraphicFramePr>
        <p:xfrm>
          <a:off x="1023938" y="2286000"/>
          <a:ext cx="9720262" cy="40227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41003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1"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43" name="Straight Connector 42">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45" name="Rectangle 44">
            <a:extLst>
              <a:ext uri="{FF2B5EF4-FFF2-40B4-BE49-F238E27FC236}">
                <a16:creationId xmlns:a16="http://schemas.microsoft.com/office/drawing/2014/main" id="{070784CE-9DD4-4C2D-88B9-D219730A4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274"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B8BBEC42-B79F-410B-A549-11C6A4420477}"/>
              </a:ext>
            </a:extLst>
          </p:cNvPr>
          <p:cNvSpPr>
            <a:spLocks noGrp="1"/>
          </p:cNvSpPr>
          <p:nvPr>
            <p:ph type="title"/>
          </p:nvPr>
        </p:nvSpPr>
        <p:spPr>
          <a:xfrm>
            <a:off x="5258666" y="643656"/>
            <a:ext cx="6708710" cy="3652405"/>
          </a:xfrm>
        </p:spPr>
        <p:txBody>
          <a:bodyPr vert="horz" lIns="91440" tIns="45720" rIns="91440" bIns="45720" rtlCol="0" anchor="b">
            <a:normAutofit/>
          </a:bodyPr>
          <a:lstStyle/>
          <a:p>
            <a:r>
              <a:rPr lang="en-US" sz="4400" spc="200" dirty="0" err="1">
                <a:solidFill>
                  <a:schemeClr val="tx1">
                    <a:lumMod val="85000"/>
                    <a:lumOff val="15000"/>
                  </a:schemeClr>
                </a:solidFill>
              </a:rPr>
              <a:t>pourrait</a:t>
            </a:r>
            <a:r>
              <a:rPr lang="en-US" sz="4400" kern="1200" cap="all" spc="200" baseline="0" dirty="0">
                <a:solidFill>
                  <a:schemeClr val="tx1">
                    <a:lumMod val="85000"/>
                    <a:lumOff val="15000"/>
                  </a:schemeClr>
                </a:solidFill>
                <a:latin typeface="+mj-lt"/>
                <a:ea typeface="+mj-ea"/>
                <a:cs typeface="+mj-cs"/>
              </a:rPr>
              <a:t>-il </a:t>
            </a:r>
            <a:r>
              <a:rPr lang="en-US" sz="4400" kern="1200" cap="all" spc="200" baseline="0" dirty="0" err="1">
                <a:solidFill>
                  <a:schemeClr val="tx1">
                    <a:lumMod val="85000"/>
                    <a:lumOff val="15000"/>
                  </a:schemeClr>
                </a:solidFill>
                <a:latin typeface="+mj-lt"/>
                <a:ea typeface="+mj-ea"/>
                <a:cs typeface="+mj-cs"/>
              </a:rPr>
              <a:t>être</a:t>
            </a:r>
            <a:r>
              <a:rPr lang="en-US" sz="4400" kern="1200" cap="all" spc="200" baseline="0" dirty="0">
                <a:solidFill>
                  <a:schemeClr val="tx1">
                    <a:lumMod val="85000"/>
                    <a:lumOff val="15000"/>
                  </a:schemeClr>
                </a:solidFill>
                <a:latin typeface="+mj-lt"/>
                <a:ea typeface="+mj-ea"/>
                <a:cs typeface="+mj-cs"/>
              </a:rPr>
              <a:t> moral de </a:t>
            </a:r>
            <a:r>
              <a:rPr lang="en-US" sz="4400" kern="1200" cap="all" spc="200" baseline="0" dirty="0" err="1">
                <a:solidFill>
                  <a:schemeClr val="tx1">
                    <a:lumMod val="85000"/>
                    <a:lumOff val="15000"/>
                  </a:schemeClr>
                </a:solidFill>
                <a:latin typeface="+mj-lt"/>
                <a:ea typeface="+mj-ea"/>
                <a:cs typeface="+mj-cs"/>
              </a:rPr>
              <a:t>sauver</a:t>
            </a:r>
            <a:r>
              <a:rPr lang="en-US" sz="4400" kern="1200" cap="all" spc="200" baseline="0" dirty="0">
                <a:solidFill>
                  <a:schemeClr val="tx1">
                    <a:lumMod val="85000"/>
                    <a:lumOff val="15000"/>
                  </a:schemeClr>
                </a:solidFill>
                <a:latin typeface="+mj-lt"/>
                <a:ea typeface="+mj-ea"/>
                <a:cs typeface="+mj-cs"/>
              </a:rPr>
              <a:t> la vie d’un animal </a:t>
            </a:r>
            <a:r>
              <a:rPr lang="en-US" sz="4400" kern="1200" cap="all" spc="200" baseline="0" dirty="0" err="1">
                <a:solidFill>
                  <a:schemeClr val="tx1">
                    <a:lumMod val="85000"/>
                    <a:lumOff val="15000"/>
                  </a:schemeClr>
                </a:solidFill>
                <a:latin typeface="+mj-lt"/>
                <a:ea typeface="+mj-ea"/>
                <a:cs typeface="+mj-cs"/>
              </a:rPr>
              <a:t>plutôt</a:t>
            </a:r>
            <a:r>
              <a:rPr lang="en-US" sz="4400" kern="1200" cap="all" spc="200" baseline="0" dirty="0">
                <a:solidFill>
                  <a:schemeClr val="tx1">
                    <a:lumMod val="85000"/>
                    <a:lumOff val="15000"/>
                  </a:schemeClr>
                </a:solidFill>
                <a:latin typeface="+mj-lt"/>
                <a:ea typeface="+mj-ea"/>
                <a:cs typeface="+mj-cs"/>
              </a:rPr>
              <a:t> que </a:t>
            </a:r>
            <a:r>
              <a:rPr lang="en-US" sz="4400" kern="1200" cap="all" spc="200" baseline="0" dirty="0" err="1">
                <a:solidFill>
                  <a:schemeClr val="tx1">
                    <a:lumMod val="85000"/>
                    <a:lumOff val="15000"/>
                  </a:schemeClr>
                </a:solidFill>
                <a:latin typeface="+mj-lt"/>
                <a:ea typeface="+mj-ea"/>
                <a:cs typeface="+mj-cs"/>
              </a:rPr>
              <a:t>celle</a:t>
            </a:r>
            <a:r>
              <a:rPr lang="en-US" sz="4400" kern="1200" cap="all" spc="200" baseline="0" dirty="0">
                <a:solidFill>
                  <a:schemeClr val="tx1">
                    <a:lumMod val="85000"/>
                    <a:lumOff val="15000"/>
                  </a:schemeClr>
                </a:solidFill>
                <a:latin typeface="+mj-lt"/>
                <a:ea typeface="+mj-ea"/>
                <a:cs typeface="+mj-cs"/>
              </a:rPr>
              <a:t> d’un </a:t>
            </a:r>
            <a:r>
              <a:rPr lang="en-US" sz="4400" kern="1200" cap="all" spc="200" baseline="0" dirty="0" err="1">
                <a:solidFill>
                  <a:schemeClr val="tx1">
                    <a:lumMod val="85000"/>
                    <a:lumOff val="15000"/>
                  </a:schemeClr>
                </a:solidFill>
                <a:latin typeface="+mj-lt"/>
                <a:ea typeface="+mj-ea"/>
                <a:cs typeface="+mj-cs"/>
              </a:rPr>
              <a:t>être</a:t>
            </a:r>
            <a:r>
              <a:rPr lang="en-US" sz="4400" kern="1200" cap="all" spc="200" baseline="0" dirty="0">
                <a:solidFill>
                  <a:schemeClr val="tx1">
                    <a:lumMod val="85000"/>
                    <a:lumOff val="15000"/>
                  </a:schemeClr>
                </a:solidFill>
                <a:latin typeface="+mj-lt"/>
                <a:ea typeface="+mj-ea"/>
                <a:cs typeface="+mj-cs"/>
              </a:rPr>
              <a:t> </a:t>
            </a:r>
            <a:r>
              <a:rPr lang="en-US" sz="4400" kern="1200" cap="all" spc="200" baseline="0" dirty="0" err="1">
                <a:solidFill>
                  <a:schemeClr val="tx1">
                    <a:lumMod val="85000"/>
                    <a:lumOff val="15000"/>
                  </a:schemeClr>
                </a:solidFill>
                <a:latin typeface="+mj-lt"/>
                <a:ea typeface="+mj-ea"/>
                <a:cs typeface="+mj-cs"/>
              </a:rPr>
              <a:t>humain</a:t>
            </a:r>
            <a:r>
              <a:rPr lang="en-US" sz="4400" kern="1200" cap="all" spc="200" baseline="0" dirty="0">
                <a:solidFill>
                  <a:schemeClr val="tx1">
                    <a:lumMod val="85000"/>
                    <a:lumOff val="15000"/>
                  </a:schemeClr>
                </a:solidFill>
                <a:latin typeface="+mj-lt"/>
                <a:ea typeface="+mj-ea"/>
                <a:cs typeface="+mj-cs"/>
              </a:rPr>
              <a:t> dans la perspective </a:t>
            </a:r>
            <a:r>
              <a:rPr lang="en-US" sz="4400" kern="1200" cap="all" spc="200" baseline="0" dirty="0" err="1">
                <a:solidFill>
                  <a:schemeClr val="tx1">
                    <a:lumMod val="85000"/>
                    <a:lumOff val="15000"/>
                  </a:schemeClr>
                </a:solidFill>
                <a:latin typeface="+mj-lt"/>
                <a:ea typeface="+mj-ea"/>
                <a:cs typeface="+mj-cs"/>
              </a:rPr>
              <a:t>utilitariste</a:t>
            </a:r>
            <a:r>
              <a:rPr lang="en-US" sz="4400" kern="1200" cap="all" spc="200" baseline="0" dirty="0">
                <a:solidFill>
                  <a:schemeClr val="tx1">
                    <a:lumMod val="85000"/>
                    <a:lumOff val="15000"/>
                  </a:schemeClr>
                </a:solidFill>
                <a:latin typeface="+mj-lt"/>
                <a:ea typeface="+mj-ea"/>
                <a:cs typeface="+mj-cs"/>
              </a:rPr>
              <a:t>?</a:t>
            </a:r>
          </a:p>
        </p:txBody>
      </p:sp>
      <p:pic>
        <p:nvPicPr>
          <p:cNvPr id="6" name="Graphic 5" descr="Chien">
            <a:extLst>
              <a:ext uri="{FF2B5EF4-FFF2-40B4-BE49-F238E27FC236}">
                <a16:creationId xmlns:a16="http://schemas.microsoft.com/office/drawing/2014/main" id="{B5980C7A-4381-4E74-994F-5BD0B636715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3999" y="1422615"/>
            <a:ext cx="3993942" cy="3993942"/>
          </a:xfrm>
          <a:prstGeom prst="rect">
            <a:avLst/>
          </a:prstGeom>
        </p:spPr>
      </p:pic>
      <p:cxnSp>
        <p:nvCxnSpPr>
          <p:cNvPr id="47" name="Straight Connector 46">
            <a:extLst>
              <a:ext uri="{FF2B5EF4-FFF2-40B4-BE49-F238E27FC236}">
                <a16:creationId xmlns:a16="http://schemas.microsoft.com/office/drawing/2014/main" id="{640A410A-1838-4131-95A6-2BE4F8D412F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09640" y="4388141"/>
            <a:ext cx="585216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8227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FB7AEF-EBE4-4D09-8CB7-8EABCB3BE4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9FAFEBEB-E7DF-4119-99EC-3C2C5F3C7A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7" y="321731"/>
            <a:ext cx="5688020" cy="6214535"/>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35F79A8-AEDD-448A-B690-E5CBF77C345A}"/>
              </a:ext>
            </a:extLst>
          </p:cNvPr>
          <p:cNvSpPr>
            <a:spLocks noGrp="1"/>
          </p:cNvSpPr>
          <p:nvPr>
            <p:ph type="title"/>
          </p:nvPr>
        </p:nvSpPr>
        <p:spPr>
          <a:xfrm>
            <a:off x="840998" y="965200"/>
            <a:ext cx="4689938" cy="4815596"/>
          </a:xfrm>
        </p:spPr>
        <p:txBody>
          <a:bodyPr>
            <a:normAutofit/>
          </a:bodyPr>
          <a:lstStyle/>
          <a:p>
            <a:pPr algn="r"/>
            <a:r>
              <a:rPr lang="fr-CA">
                <a:solidFill>
                  <a:srgbClr val="FFFFFF"/>
                </a:solidFill>
              </a:rPr>
              <a:t>Quels exemples pourrait-on donner dans lesquel de tels actes sont justifiés? </a:t>
            </a:r>
          </a:p>
        </p:txBody>
      </p:sp>
      <p:sp>
        <p:nvSpPr>
          <p:cNvPr id="12" name="Rectangle 11">
            <a:extLst>
              <a:ext uri="{FF2B5EF4-FFF2-40B4-BE49-F238E27FC236}">
                <a16:creationId xmlns:a16="http://schemas.microsoft.com/office/drawing/2014/main" id="{8E25F227-C9F5-44BC-8ECE-188763D85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76434" y="321732"/>
            <a:ext cx="5693835" cy="621453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Espace réservé du contenu 2">
            <a:extLst>
              <a:ext uri="{FF2B5EF4-FFF2-40B4-BE49-F238E27FC236}">
                <a16:creationId xmlns:a16="http://schemas.microsoft.com/office/drawing/2014/main" id="{E472C799-08B8-4F64-99F1-03A9FA0D3CE9}"/>
              </a:ext>
            </a:extLst>
          </p:cNvPr>
          <p:cNvSpPr>
            <a:spLocks noGrp="1"/>
          </p:cNvSpPr>
          <p:nvPr>
            <p:ph idx="1"/>
          </p:nvPr>
        </p:nvSpPr>
        <p:spPr>
          <a:xfrm>
            <a:off x="6661065" y="974875"/>
            <a:ext cx="4724573" cy="4852362"/>
          </a:xfrm>
        </p:spPr>
        <p:txBody>
          <a:bodyPr anchor="ctr">
            <a:normAutofit/>
          </a:bodyPr>
          <a:lstStyle/>
          <a:p>
            <a:pPr marL="0" indent="0">
              <a:buNone/>
            </a:pPr>
            <a:endParaRPr lang="fr-CA" dirty="0">
              <a:solidFill>
                <a:srgbClr val="FFFFFF"/>
              </a:solidFill>
            </a:endParaRPr>
          </a:p>
          <a:p>
            <a:pPr>
              <a:buFont typeface="Wingdings" panose="05000000000000000000" pitchFamily="2" charset="2"/>
              <a:buChar char="§"/>
            </a:pPr>
            <a:r>
              <a:rPr lang="fr-CA" sz="4800" dirty="0">
                <a:solidFill>
                  <a:srgbClr val="FFFFFF"/>
                </a:solidFill>
              </a:rPr>
              <a:t> La violence?</a:t>
            </a:r>
          </a:p>
          <a:p>
            <a:pPr>
              <a:buFont typeface="Wingdings" panose="05000000000000000000" pitchFamily="2" charset="2"/>
              <a:buChar char="§"/>
            </a:pPr>
            <a:r>
              <a:rPr lang="fr-CA" sz="4800" dirty="0">
                <a:solidFill>
                  <a:srgbClr val="FFFFFF"/>
                </a:solidFill>
              </a:rPr>
              <a:t> Le mensonge?</a:t>
            </a:r>
          </a:p>
          <a:p>
            <a:pPr>
              <a:buFont typeface="Wingdings" panose="05000000000000000000" pitchFamily="2" charset="2"/>
              <a:buChar char="§"/>
            </a:pPr>
            <a:r>
              <a:rPr lang="fr-CA" sz="4800" dirty="0">
                <a:solidFill>
                  <a:srgbClr val="FFFFFF"/>
                </a:solidFill>
              </a:rPr>
              <a:t> Le meurtre?</a:t>
            </a:r>
          </a:p>
        </p:txBody>
      </p:sp>
    </p:spTree>
    <p:extLst>
      <p:ext uri="{BB962C8B-B14F-4D97-AF65-F5344CB8AC3E}">
        <p14:creationId xmlns:p14="http://schemas.microsoft.com/office/powerpoint/2010/main" val="1379904069"/>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Critique de L’utilitarisme</a:t>
            </a:r>
          </a:p>
        </p:txBody>
      </p:sp>
      <p:sp>
        <p:nvSpPr>
          <p:cNvPr id="4" name="Espace réservé du texte 3"/>
          <p:cNvSpPr>
            <a:spLocks noGrp="1"/>
          </p:cNvSpPr>
          <p:nvPr>
            <p:ph type="body" sz="half" idx="2"/>
          </p:nvPr>
        </p:nvSpPr>
        <p:spPr/>
        <p:txBody>
          <a:bodyPr/>
          <a:lstStyle/>
          <a:p>
            <a:endParaRPr lang="fr-CA"/>
          </a:p>
        </p:txBody>
      </p:sp>
      <p:sp>
        <p:nvSpPr>
          <p:cNvPr id="5" name="Espace réservé de la date 4"/>
          <p:cNvSpPr>
            <a:spLocks noGrp="1"/>
          </p:cNvSpPr>
          <p:nvPr>
            <p:ph type="dt" sz="half" idx="10"/>
          </p:nvPr>
        </p:nvSpPr>
        <p:spPr/>
        <p:txBody>
          <a:bodyPr/>
          <a:lstStyle/>
          <a:p>
            <a:pPr rtl="0"/>
            <a:fld id="{7E208F8F-9785-4D7E-B2D7-6FB9149CAF24}" type="datetime1">
              <a:rPr lang="fr-FR" smtClean="0"/>
              <a:t>16/02/2023</a:t>
            </a:fld>
            <a:endParaRPr lang="en-US" dirty="0"/>
          </a:p>
        </p:txBody>
      </p:sp>
      <p:pic>
        <p:nvPicPr>
          <p:cNvPr id="1026" name="Picture 2" descr="Utilitarisme ? Bravo M. Spock !!! |"/>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l="702" r="702"/>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506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33675-D8FF-4A57-B570-8E0750F498F6}"/>
              </a:ext>
            </a:extLst>
          </p:cNvPr>
          <p:cNvSpPr>
            <a:spLocks noGrp="1"/>
          </p:cNvSpPr>
          <p:nvPr>
            <p:ph type="title"/>
          </p:nvPr>
        </p:nvSpPr>
        <p:spPr>
          <a:xfrm>
            <a:off x="1024128" y="585216"/>
            <a:ext cx="8018272" cy="1499616"/>
          </a:xfrm>
        </p:spPr>
        <p:txBody>
          <a:bodyPr>
            <a:normAutofit/>
          </a:bodyPr>
          <a:lstStyle/>
          <a:p>
            <a:r>
              <a:rPr lang="fr-CA" dirty="0"/>
              <a:t>Les droits contre l’utilité</a:t>
            </a:r>
          </a:p>
        </p:txBody>
      </p:sp>
      <p:sp>
        <p:nvSpPr>
          <p:cNvPr id="3" name="Espace réservé du contenu 2">
            <a:extLst>
              <a:ext uri="{FF2B5EF4-FFF2-40B4-BE49-F238E27FC236}">
                <a16:creationId xmlns:a16="http://schemas.microsoft.com/office/drawing/2014/main" id="{50A4F9F5-6947-45BE-8949-755F27B14E0B}"/>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
            </a:pPr>
            <a:r>
              <a:rPr lang="fr-CA" sz="2800" dirty="0"/>
              <a:t> Y a-t-il des actions que nous devons </a:t>
            </a:r>
            <a:r>
              <a:rPr lang="fr-CA" sz="2800" i="1" dirty="0"/>
              <a:t>jamais</a:t>
            </a:r>
            <a:r>
              <a:rPr lang="fr-CA" sz="2800" dirty="0"/>
              <a:t> accomplir?</a:t>
            </a:r>
          </a:p>
          <a:p>
            <a:pPr>
              <a:buFont typeface="Wingdings" panose="05000000000000000000" pitchFamily="2" charset="2"/>
              <a:buChar char="§"/>
            </a:pPr>
            <a:r>
              <a:rPr lang="fr-CA" sz="2800" dirty="0"/>
              <a:t> Dans une perspective utilitariste on ne peut jamais vraiment répondre </a:t>
            </a:r>
            <a:r>
              <a:rPr lang="fr-CA" sz="2800" i="1" u="sng" dirty="0"/>
              <a:t>non</a:t>
            </a:r>
            <a:r>
              <a:rPr lang="fr-CA" sz="2800" dirty="0"/>
              <a:t> à cette question</a:t>
            </a:r>
          </a:p>
          <a:p>
            <a:pPr>
              <a:buFont typeface="Wingdings" panose="05000000000000000000" pitchFamily="2" charset="2"/>
              <a:buChar char="§"/>
            </a:pPr>
            <a:r>
              <a:rPr lang="fr-CA" sz="2800" dirty="0"/>
              <a:t> Il y a toujours la possibilité qu’un acte, aussi horrible soit-il, entraine un plus grand bien</a:t>
            </a:r>
          </a:p>
          <a:p>
            <a:pPr>
              <a:buFont typeface="Wingdings" panose="05000000000000000000" pitchFamily="2" charset="2"/>
              <a:buChar char="§"/>
            </a:pPr>
            <a:r>
              <a:rPr lang="fr-CA" sz="2800" dirty="0"/>
              <a:t> C’est pourquoi on dit dans cette perspective que « la fin justifie les moyens »</a:t>
            </a:r>
          </a:p>
          <a:p>
            <a:pPr>
              <a:buFont typeface="Wingdings" panose="05000000000000000000" pitchFamily="2" charset="2"/>
              <a:buChar char="§"/>
            </a:pPr>
            <a:endParaRPr lang="fr-CA" sz="2800"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344063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AA33675-D8FF-4A57-B570-8E0750F498F6}"/>
              </a:ext>
            </a:extLst>
          </p:cNvPr>
          <p:cNvSpPr>
            <a:spLocks noGrp="1"/>
          </p:cNvSpPr>
          <p:nvPr>
            <p:ph type="title"/>
          </p:nvPr>
        </p:nvSpPr>
        <p:spPr>
          <a:xfrm>
            <a:off x="1024128" y="585216"/>
            <a:ext cx="8018272" cy="1499616"/>
          </a:xfrm>
        </p:spPr>
        <p:txBody>
          <a:bodyPr>
            <a:normAutofit/>
          </a:bodyPr>
          <a:lstStyle/>
          <a:p>
            <a:r>
              <a:rPr lang="fr-CA" dirty="0"/>
              <a:t>Les droits contre l’utilité</a:t>
            </a:r>
          </a:p>
        </p:txBody>
      </p:sp>
      <p:sp>
        <p:nvSpPr>
          <p:cNvPr id="3" name="Espace réservé du contenu 2">
            <a:extLst>
              <a:ext uri="{FF2B5EF4-FFF2-40B4-BE49-F238E27FC236}">
                <a16:creationId xmlns:a16="http://schemas.microsoft.com/office/drawing/2014/main" id="{50A4F9F5-6947-45BE-8949-755F27B14E0B}"/>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
            </a:pPr>
            <a:r>
              <a:rPr lang="fr-CA" sz="2800" dirty="0"/>
              <a:t>L’utilitarisme </a:t>
            </a:r>
            <a:r>
              <a:rPr lang="fr-CA" sz="2800" b="1" dirty="0"/>
              <a:t>n’admet pas </a:t>
            </a:r>
            <a:r>
              <a:rPr lang="fr-CA" sz="2800" dirty="0"/>
              <a:t>l’existence de droits absolus.</a:t>
            </a:r>
          </a:p>
          <a:p>
            <a:pPr>
              <a:buFont typeface="Wingdings" panose="05000000000000000000" pitchFamily="2" charset="2"/>
              <a:buChar char="§"/>
            </a:pPr>
            <a:endParaRPr lang="fr-CA" sz="2800" dirty="0"/>
          </a:p>
          <a:p>
            <a:pPr>
              <a:buFont typeface="Wingdings" panose="05000000000000000000" pitchFamily="2" charset="2"/>
              <a:buChar char="§"/>
            </a:pPr>
            <a:r>
              <a:rPr lang="fr-CA" sz="2800" dirty="0"/>
              <a:t>L’utilitarisme </a:t>
            </a:r>
            <a:r>
              <a:rPr lang="fr-CA" sz="2800" b="1" dirty="0"/>
              <a:t>admet</a:t>
            </a:r>
            <a:r>
              <a:rPr lang="fr-CA" sz="2800" dirty="0"/>
              <a:t> qu’on déroge aux règles morales de base lorsque le contexte le demande.</a:t>
            </a:r>
          </a:p>
          <a:p>
            <a:pPr>
              <a:buFont typeface="Wingdings" panose="05000000000000000000" pitchFamily="2" charset="2"/>
              <a:buChar char="§"/>
            </a:pPr>
            <a:endParaRPr lang="fr-CA" sz="2800" dirty="0"/>
          </a:p>
          <a:p>
            <a:pPr>
              <a:buFont typeface="Wingdings" panose="05000000000000000000" pitchFamily="2" charset="2"/>
              <a:buChar char="§"/>
            </a:pPr>
            <a:r>
              <a:rPr lang="fr-CA" sz="2800" dirty="0"/>
              <a:t>L’utilitarisme </a:t>
            </a:r>
            <a:r>
              <a:rPr lang="fr-CA" sz="2800" b="1" dirty="0"/>
              <a:t>admet</a:t>
            </a:r>
            <a:r>
              <a:rPr lang="fr-CA" sz="2800" dirty="0"/>
              <a:t> qu’il faille parfois sacrifier des individus au bonheur du plus grand nombre.</a:t>
            </a:r>
            <a:endParaRPr lang="fr-CA" sz="3200" dirty="0"/>
          </a:p>
        </p:txBody>
      </p:sp>
    </p:spTree>
    <p:extLst>
      <p:ext uri="{BB962C8B-B14F-4D97-AF65-F5344CB8AC3E}">
        <p14:creationId xmlns:p14="http://schemas.microsoft.com/office/powerpoint/2010/main" val="81582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Plusieurs critiques</a:t>
            </a:r>
          </a:p>
        </p:txBody>
      </p:sp>
      <p:sp>
        <p:nvSpPr>
          <p:cNvPr id="3" name="Espace réservé du contenu 2"/>
          <p:cNvSpPr>
            <a:spLocks noGrp="1"/>
          </p:cNvSpPr>
          <p:nvPr>
            <p:ph idx="1"/>
          </p:nvPr>
        </p:nvSpPr>
        <p:spPr/>
        <p:txBody>
          <a:bodyPr>
            <a:normAutofit/>
          </a:bodyPr>
          <a:lstStyle/>
          <a:p>
            <a:r>
              <a:rPr lang="fr-CA" sz="2400" b="1" dirty="0"/>
              <a:t>Incertitude </a:t>
            </a:r>
            <a:r>
              <a:rPr lang="fr-CA" sz="2400" dirty="0"/>
              <a:t>des prévisions des conséquences des actions</a:t>
            </a:r>
          </a:p>
          <a:p>
            <a:endParaRPr lang="fr-CA" sz="2400" b="1" dirty="0"/>
          </a:p>
          <a:p>
            <a:r>
              <a:rPr lang="fr-CA" sz="2400" b="1" dirty="0"/>
              <a:t>Manque </a:t>
            </a:r>
            <a:r>
              <a:rPr lang="fr-CA" sz="2400" dirty="0"/>
              <a:t>de ressources et de temps pour faire le calcul d’utilité</a:t>
            </a:r>
          </a:p>
          <a:p>
            <a:endParaRPr lang="fr-CA" sz="2400" b="1" dirty="0"/>
          </a:p>
          <a:p>
            <a:r>
              <a:rPr lang="fr-CA" sz="2400" b="1" dirty="0"/>
              <a:t>Incommensurabilité </a:t>
            </a:r>
            <a:r>
              <a:rPr lang="fr-CA" sz="2400" dirty="0"/>
              <a:t>des plaisirs (absence d’étalon de mesure pour comparer les plaisirs)</a:t>
            </a:r>
          </a:p>
          <a:p>
            <a:endParaRPr lang="fr-CA" sz="2400" b="1" dirty="0"/>
          </a:p>
          <a:p>
            <a:r>
              <a:rPr lang="fr-CA" sz="2400" b="1" dirty="0"/>
              <a:t>Inégalité </a:t>
            </a:r>
            <a:r>
              <a:rPr lang="fr-CA" sz="2400" dirty="0"/>
              <a:t>qualitative des plaisirs (plaisirs inférieurs et supérieurs)</a:t>
            </a:r>
            <a:endParaRPr lang="fr-CA" sz="2400" b="1" dirty="0"/>
          </a:p>
        </p:txBody>
      </p:sp>
      <p:sp>
        <p:nvSpPr>
          <p:cNvPr id="4" name="Espace réservé de la date 3"/>
          <p:cNvSpPr>
            <a:spLocks noGrp="1"/>
          </p:cNvSpPr>
          <p:nvPr>
            <p:ph type="dt" sz="half" idx="10"/>
          </p:nvPr>
        </p:nvSpPr>
        <p:spPr/>
        <p:txBody>
          <a:bodyPr/>
          <a:lstStyle/>
          <a:p>
            <a:pPr rtl="0"/>
            <a:fld id="{75162FBC-E467-46B8-ABE1-98D95CFF2BA6}" type="datetime1">
              <a:rPr lang="fr-FR" smtClean="0"/>
              <a:t>16/02/2023</a:t>
            </a:fld>
            <a:endParaRPr lang="en-US" dirty="0"/>
          </a:p>
        </p:txBody>
      </p:sp>
    </p:spTree>
    <p:extLst>
      <p:ext uri="{BB962C8B-B14F-4D97-AF65-F5344CB8AC3E}">
        <p14:creationId xmlns:p14="http://schemas.microsoft.com/office/powerpoint/2010/main" val="2326878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normAutofit fontScale="90000"/>
          </a:bodyPr>
          <a:lstStyle/>
          <a:p>
            <a:r>
              <a:rPr lang="fr-CA" dirty="0"/>
              <a:t>Solution possible : Remplacer l’utilitarisme de l’acte par l’utilitarisme de la règle</a:t>
            </a:r>
          </a:p>
        </p:txBody>
      </p:sp>
      <p:sp>
        <p:nvSpPr>
          <p:cNvPr id="3" name="Espace réservé pour une image  2"/>
          <p:cNvSpPr>
            <a:spLocks noGrp="1"/>
          </p:cNvSpPr>
          <p:nvPr>
            <p:ph type="pic" idx="1"/>
          </p:nvPr>
        </p:nvSpPr>
        <p:spPr/>
      </p:sp>
      <p:sp>
        <p:nvSpPr>
          <p:cNvPr id="4" name="Espace réservé du texte 3"/>
          <p:cNvSpPr>
            <a:spLocks noGrp="1"/>
          </p:cNvSpPr>
          <p:nvPr>
            <p:ph type="body" sz="half" idx="2"/>
          </p:nvPr>
        </p:nvSpPr>
        <p:spPr/>
        <p:txBody>
          <a:bodyPr/>
          <a:lstStyle/>
          <a:p>
            <a:endParaRPr lang="fr-CA"/>
          </a:p>
        </p:txBody>
      </p:sp>
      <p:sp>
        <p:nvSpPr>
          <p:cNvPr id="5" name="Espace réservé de la date 4"/>
          <p:cNvSpPr>
            <a:spLocks noGrp="1"/>
          </p:cNvSpPr>
          <p:nvPr>
            <p:ph type="dt" sz="half" idx="10"/>
          </p:nvPr>
        </p:nvSpPr>
        <p:spPr/>
        <p:txBody>
          <a:bodyPr/>
          <a:lstStyle/>
          <a:p>
            <a:pPr rtl="0"/>
            <a:fld id="{7E208F8F-9785-4D7E-B2D7-6FB9149CAF24}" type="datetime1">
              <a:rPr lang="fr-FR" smtClean="0"/>
              <a:t>16/02/2023</a:t>
            </a:fld>
            <a:endParaRPr lang="en-US" dirty="0"/>
          </a:p>
        </p:txBody>
      </p:sp>
    </p:spTree>
    <p:extLst>
      <p:ext uri="{BB962C8B-B14F-4D97-AF65-F5344CB8AC3E}">
        <p14:creationId xmlns:p14="http://schemas.microsoft.com/office/powerpoint/2010/main" val="3769477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C3FDD7-600B-4E3B-BC77-13DFCEAB86F2}"/>
              </a:ext>
            </a:extLst>
          </p:cNvPr>
          <p:cNvSpPr>
            <a:spLocks noGrp="1"/>
          </p:cNvSpPr>
          <p:nvPr>
            <p:ph type="title"/>
          </p:nvPr>
        </p:nvSpPr>
        <p:spPr/>
        <p:txBody>
          <a:bodyPr/>
          <a:lstStyle/>
          <a:p>
            <a:r>
              <a:rPr lang="fr-CA" dirty="0"/>
              <a:t>Utilitarisme de la règle</a:t>
            </a:r>
          </a:p>
        </p:txBody>
      </p:sp>
      <p:sp>
        <p:nvSpPr>
          <p:cNvPr id="3" name="Espace réservé du contenu 2">
            <a:extLst>
              <a:ext uri="{FF2B5EF4-FFF2-40B4-BE49-F238E27FC236}">
                <a16:creationId xmlns:a16="http://schemas.microsoft.com/office/drawing/2014/main" id="{6E633DF8-4DD0-4A18-A77D-D2CFCED0B441}"/>
              </a:ext>
            </a:extLst>
          </p:cNvPr>
          <p:cNvSpPr>
            <a:spLocks noGrp="1"/>
          </p:cNvSpPr>
          <p:nvPr>
            <p:ph idx="1"/>
          </p:nvPr>
        </p:nvSpPr>
        <p:spPr/>
        <p:txBody>
          <a:bodyPr>
            <a:noAutofit/>
          </a:bodyPr>
          <a:lstStyle/>
          <a:p>
            <a:pPr algn="just"/>
            <a:r>
              <a:rPr lang="fr-CA" sz="2400" dirty="0"/>
              <a:t>Selon John Stuart Mill, certaines objections face à l’utilitarisme sont trop importantes pour être ignorées.</a:t>
            </a:r>
          </a:p>
          <a:p>
            <a:pPr algn="just"/>
            <a:endParaRPr lang="fr-CA" sz="2400" dirty="0"/>
          </a:p>
          <a:p>
            <a:pPr algn="just"/>
            <a:r>
              <a:rPr lang="fr-CA" sz="2400" dirty="0"/>
              <a:t>C’est pourquoi il a imaginé une théorie hybride entre l’utilitarisme et l’éthique kantienne</a:t>
            </a:r>
          </a:p>
          <a:p>
            <a:pPr algn="just"/>
            <a:endParaRPr lang="fr-CA" sz="2400" dirty="0"/>
          </a:p>
          <a:p>
            <a:pPr algn="just"/>
            <a:r>
              <a:rPr lang="fr-CA" sz="2400" dirty="0"/>
              <a:t>En gros, il admet que certaines règles morales sont trop importantes pour être brisées constamment par des exceptions. Si l’on fait une exception ce doit être pour des conséquences extrêmement bonnes ou l’évitement de conséquences terribles.</a:t>
            </a:r>
          </a:p>
        </p:txBody>
      </p:sp>
    </p:spTree>
    <p:extLst>
      <p:ext uri="{BB962C8B-B14F-4D97-AF65-F5344CB8AC3E}">
        <p14:creationId xmlns:p14="http://schemas.microsoft.com/office/powerpoint/2010/main" val="4086112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C3FDD7-600B-4E3B-BC77-13DFCEAB86F2}"/>
              </a:ext>
            </a:extLst>
          </p:cNvPr>
          <p:cNvSpPr>
            <a:spLocks noGrp="1"/>
          </p:cNvSpPr>
          <p:nvPr>
            <p:ph type="title"/>
          </p:nvPr>
        </p:nvSpPr>
        <p:spPr/>
        <p:txBody>
          <a:bodyPr/>
          <a:lstStyle/>
          <a:p>
            <a:r>
              <a:rPr lang="fr-CA" dirty="0"/>
              <a:t>Utilitarisme de la règle</a:t>
            </a:r>
          </a:p>
        </p:txBody>
      </p:sp>
      <p:sp>
        <p:nvSpPr>
          <p:cNvPr id="3" name="Espace réservé du contenu 2">
            <a:extLst>
              <a:ext uri="{FF2B5EF4-FFF2-40B4-BE49-F238E27FC236}">
                <a16:creationId xmlns:a16="http://schemas.microsoft.com/office/drawing/2014/main" id="{6E633DF8-4DD0-4A18-A77D-D2CFCED0B441}"/>
              </a:ext>
            </a:extLst>
          </p:cNvPr>
          <p:cNvSpPr>
            <a:spLocks noGrp="1"/>
          </p:cNvSpPr>
          <p:nvPr>
            <p:ph idx="1"/>
          </p:nvPr>
        </p:nvSpPr>
        <p:spPr/>
        <p:txBody>
          <a:bodyPr>
            <a:noAutofit/>
          </a:bodyPr>
          <a:lstStyle/>
          <a:p>
            <a:pPr algn="just"/>
            <a:r>
              <a:rPr lang="fr-CA" sz="2800" b="1" dirty="0"/>
              <a:t>L’UTILITARISME DE L’ACTE </a:t>
            </a:r>
            <a:r>
              <a:rPr lang="fr-CA" sz="2800" dirty="0"/>
              <a:t>tient compte des conséquences particulières et concrètes de chaque action dans chaque contexte particulier.</a:t>
            </a:r>
            <a:endParaRPr lang="fr-CA" sz="2800" b="1" dirty="0"/>
          </a:p>
          <a:p>
            <a:pPr algn="just"/>
            <a:endParaRPr lang="fr-CA" sz="2800" b="1" dirty="0"/>
          </a:p>
          <a:p>
            <a:pPr algn="just"/>
            <a:r>
              <a:rPr lang="fr-CA" sz="2800" b="1" dirty="0"/>
              <a:t>L’UTILITARISME DE LA RÈGLE admet</a:t>
            </a:r>
            <a:r>
              <a:rPr lang="fr-CA" sz="2800" dirty="0"/>
              <a:t> que le respect des </a:t>
            </a:r>
            <a:r>
              <a:rPr lang="fr-CA" sz="2800" b="1" dirty="0"/>
              <a:t>règles morales de base </a:t>
            </a:r>
            <a:r>
              <a:rPr lang="fr-CA" sz="2800" dirty="0"/>
              <a:t>favorise généralement le bonheur du plus grand nombre et ne tolère de dérogation que dans des cas véritablement exceptionnels. </a:t>
            </a:r>
          </a:p>
        </p:txBody>
      </p:sp>
    </p:spTree>
    <p:extLst>
      <p:ext uri="{BB962C8B-B14F-4D97-AF65-F5344CB8AC3E}">
        <p14:creationId xmlns:p14="http://schemas.microsoft.com/office/powerpoint/2010/main" val="39894261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10CA96-2B69-4D68-94DA-39AB7A815D9C}"/>
              </a:ext>
            </a:extLst>
          </p:cNvPr>
          <p:cNvSpPr>
            <a:spLocks noGrp="1"/>
          </p:cNvSpPr>
          <p:nvPr>
            <p:ph type="title"/>
          </p:nvPr>
        </p:nvSpPr>
        <p:spPr/>
        <p:txBody>
          <a:bodyPr/>
          <a:lstStyle/>
          <a:p>
            <a:r>
              <a:rPr lang="fr-CA" dirty="0"/>
              <a:t>Les automobiles intelligentes </a:t>
            </a:r>
          </a:p>
        </p:txBody>
      </p:sp>
      <p:pic>
        <p:nvPicPr>
          <p:cNvPr id="6" name="Image 5" descr="Voitures dans un embouteillage">
            <a:extLst>
              <a:ext uri="{FF2B5EF4-FFF2-40B4-BE49-F238E27FC236}">
                <a16:creationId xmlns:a16="http://schemas.microsoft.com/office/drawing/2014/main" id="{61CC3CD1-C653-47D1-BF29-7E2DD410795A}"/>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24364" y="2180642"/>
            <a:ext cx="4896722" cy="3178650"/>
          </a:xfrm>
          <a:prstGeom prst="rect">
            <a:avLst/>
          </a:prstGeom>
        </p:spPr>
      </p:pic>
      <p:pic>
        <p:nvPicPr>
          <p:cNvPr id="1026" name="Picture 2">
            <a:extLst>
              <a:ext uri="{FF2B5EF4-FFF2-40B4-BE49-F238E27FC236}">
                <a16:creationId xmlns:a16="http://schemas.microsoft.com/office/drawing/2014/main" id="{539D74A5-50C6-403F-AA90-0CF89AA89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2180642"/>
            <a:ext cx="5300121" cy="30917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13632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1B9099-0063-4598-885B-A4A59194203B}"/>
              </a:ext>
            </a:extLst>
          </p:cNvPr>
          <p:cNvSpPr>
            <a:spLocks noGrp="1"/>
          </p:cNvSpPr>
          <p:nvPr>
            <p:ph type="title"/>
          </p:nvPr>
        </p:nvSpPr>
        <p:spPr>
          <a:xfrm>
            <a:off x="1024128" y="585216"/>
            <a:ext cx="8018272" cy="1499616"/>
          </a:xfrm>
        </p:spPr>
        <p:txBody>
          <a:bodyPr>
            <a:normAutofit/>
          </a:bodyPr>
          <a:lstStyle/>
          <a:p>
            <a:r>
              <a:rPr lang="fr-CA" dirty="0"/>
              <a:t>The moral machine </a:t>
            </a:r>
            <a:r>
              <a:rPr lang="fr-CA" dirty="0" err="1"/>
              <a:t>experiment</a:t>
            </a:r>
            <a:endParaRPr lang="fr-CA" dirty="0"/>
          </a:p>
        </p:txBody>
      </p:sp>
      <p:sp>
        <p:nvSpPr>
          <p:cNvPr id="3" name="Espace réservé du contenu 2">
            <a:extLst>
              <a:ext uri="{FF2B5EF4-FFF2-40B4-BE49-F238E27FC236}">
                <a16:creationId xmlns:a16="http://schemas.microsoft.com/office/drawing/2014/main" id="{6AC5E6E5-4E59-49B5-9E1C-2F52435B2A30}"/>
              </a:ext>
            </a:extLst>
          </p:cNvPr>
          <p:cNvSpPr>
            <a:spLocks noGrp="1"/>
          </p:cNvSpPr>
          <p:nvPr>
            <p:ph idx="1"/>
          </p:nvPr>
        </p:nvSpPr>
        <p:spPr>
          <a:xfrm>
            <a:off x="1024128" y="2286000"/>
            <a:ext cx="8018271" cy="4023360"/>
          </a:xfrm>
        </p:spPr>
        <p:txBody>
          <a:bodyPr>
            <a:normAutofit/>
          </a:bodyPr>
          <a:lstStyle/>
          <a:p>
            <a:pPr>
              <a:buFont typeface="Wingdings" panose="05000000000000000000" pitchFamily="2" charset="2"/>
              <a:buChar char="§"/>
            </a:pPr>
            <a:r>
              <a:rPr lang="fr-CA" sz="2800" dirty="0"/>
              <a:t> Étude de cas d’accidents incluant une voiture autonome (pilotée par un IA)</a:t>
            </a:r>
          </a:p>
          <a:p>
            <a:pPr>
              <a:buFont typeface="Wingdings" panose="05000000000000000000" pitchFamily="2" charset="2"/>
              <a:buChar char="§"/>
            </a:pPr>
            <a:r>
              <a:rPr lang="fr-CA" sz="2800" dirty="0"/>
              <a:t> </a:t>
            </a:r>
            <a:r>
              <a:rPr lang="fr-CA" sz="2800" b="1" dirty="0"/>
              <a:t>Qui doit être priorisé en cas d’accident inévitable?</a:t>
            </a:r>
          </a:p>
          <a:p>
            <a:pPr>
              <a:buFont typeface="Wingdings" panose="05000000000000000000" pitchFamily="2" charset="2"/>
              <a:buChar char="§"/>
            </a:pPr>
            <a:r>
              <a:rPr lang="fr-CA" sz="2800" dirty="0"/>
              <a:t> Permet de connaître les intuitions morales des répondants à travers le monde (4 millions)</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8361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5" name="Straight Connector 14">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7" name="Rectangle 16">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600B6BB7-B472-4A46-8102-A35B61ABFE0C}"/>
              </a:ext>
            </a:extLst>
          </p:cNvPr>
          <p:cNvSpPr>
            <a:spLocks noGrp="1"/>
          </p:cNvSpPr>
          <p:nvPr>
            <p:ph type="title"/>
          </p:nvPr>
        </p:nvSpPr>
        <p:spPr>
          <a:xfrm>
            <a:off x="438539" y="640080"/>
            <a:ext cx="3576365" cy="3034857"/>
          </a:xfrm>
        </p:spPr>
        <p:txBody>
          <a:bodyPr vert="horz" lIns="91440" tIns="45720" rIns="91440" bIns="45720" rtlCol="0" anchor="b">
            <a:normAutofit/>
          </a:bodyPr>
          <a:lstStyle/>
          <a:p>
            <a:pPr algn="r"/>
            <a:r>
              <a:rPr lang="en-US" sz="4400" kern="1200" cap="all" spc="200" baseline="0" dirty="0" err="1">
                <a:solidFill>
                  <a:schemeClr val="tx1">
                    <a:lumMod val="95000"/>
                    <a:lumOff val="5000"/>
                  </a:schemeClr>
                </a:solidFill>
                <a:latin typeface="+mj-lt"/>
                <a:ea typeface="+mj-ea"/>
                <a:cs typeface="+mj-cs"/>
              </a:rPr>
              <a:t>Qu’est-ce</a:t>
            </a:r>
            <a:r>
              <a:rPr lang="en-US" sz="4400" kern="1200" cap="all" spc="200" baseline="0" dirty="0">
                <a:solidFill>
                  <a:schemeClr val="tx1">
                    <a:lumMod val="95000"/>
                    <a:lumOff val="5000"/>
                  </a:schemeClr>
                </a:solidFill>
                <a:latin typeface="+mj-lt"/>
                <a:ea typeface="+mj-ea"/>
                <a:cs typeface="+mj-cs"/>
              </a:rPr>
              <a:t> que </a:t>
            </a:r>
            <a:r>
              <a:rPr lang="en-US" sz="4400" kern="1200" cap="all" spc="200" baseline="0" dirty="0" err="1">
                <a:solidFill>
                  <a:schemeClr val="tx1">
                    <a:lumMod val="95000"/>
                    <a:lumOff val="5000"/>
                  </a:schemeClr>
                </a:solidFill>
                <a:latin typeface="+mj-lt"/>
                <a:ea typeface="+mj-ea"/>
                <a:cs typeface="+mj-cs"/>
              </a:rPr>
              <a:t>l’IA</a:t>
            </a:r>
            <a:r>
              <a:rPr lang="en-US" sz="4400" kern="1200" cap="all" spc="200" baseline="0" dirty="0">
                <a:solidFill>
                  <a:schemeClr val="tx1">
                    <a:lumMod val="95000"/>
                    <a:lumOff val="5000"/>
                  </a:schemeClr>
                </a:solidFill>
                <a:latin typeface="+mj-lt"/>
                <a:ea typeface="+mj-ea"/>
                <a:cs typeface="+mj-cs"/>
              </a:rPr>
              <a:t> </a:t>
            </a:r>
            <a:r>
              <a:rPr lang="en-US" sz="4400" kern="1200" cap="all" spc="200" baseline="0" dirty="0" err="1">
                <a:solidFill>
                  <a:schemeClr val="tx1">
                    <a:lumMod val="95000"/>
                    <a:lumOff val="5000"/>
                  </a:schemeClr>
                </a:solidFill>
                <a:latin typeface="+mj-lt"/>
                <a:ea typeface="+mj-ea"/>
                <a:cs typeface="+mj-cs"/>
              </a:rPr>
              <a:t>devrait</a:t>
            </a:r>
            <a:r>
              <a:rPr lang="en-US" sz="4400" kern="1200" cap="all" spc="200" baseline="0" dirty="0">
                <a:solidFill>
                  <a:schemeClr val="tx1">
                    <a:lumMod val="95000"/>
                    <a:lumOff val="5000"/>
                  </a:schemeClr>
                </a:solidFill>
                <a:latin typeface="+mj-lt"/>
                <a:ea typeface="+mj-ea"/>
                <a:cs typeface="+mj-cs"/>
              </a:rPr>
              <a:t> faire?</a:t>
            </a:r>
          </a:p>
        </p:txBody>
      </p:sp>
      <p:cxnSp>
        <p:nvCxnSpPr>
          <p:cNvPr id="19" name="Straight Connector 18">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32004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0195A47F-FCC3-45F9-B45B-E18F22487B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1709" y="1231691"/>
            <a:ext cx="6896936" cy="4638189"/>
          </a:xfrm>
          <a:prstGeom prst="rect">
            <a:avLst/>
          </a:prstGeom>
        </p:spPr>
      </p:pic>
    </p:spTree>
    <p:extLst>
      <p:ext uri="{BB962C8B-B14F-4D97-AF65-F5344CB8AC3E}">
        <p14:creationId xmlns:p14="http://schemas.microsoft.com/office/powerpoint/2010/main" val="25588853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10">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0" name="Straight Connector 14">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2" name="Rectangle 16">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E82471-DD25-4EC5-A13A-DC665303142F}"/>
              </a:ext>
            </a:extLst>
          </p:cNvPr>
          <p:cNvSpPr>
            <a:spLocks noGrp="1"/>
          </p:cNvSpPr>
          <p:nvPr>
            <p:ph type="title"/>
          </p:nvPr>
        </p:nvSpPr>
        <p:spPr>
          <a:xfrm>
            <a:off x="636805" y="640080"/>
            <a:ext cx="3378099" cy="3034857"/>
          </a:xfrm>
        </p:spPr>
        <p:txBody>
          <a:bodyPr vert="horz" lIns="91440" tIns="45720" rIns="91440" bIns="45720" rtlCol="0" anchor="b">
            <a:normAutofit/>
          </a:bodyPr>
          <a:lstStyle/>
          <a:p>
            <a:pPr algn="r"/>
            <a:r>
              <a:rPr lang="en-US" sz="4400" kern="1200" cap="all" spc="200" baseline="0">
                <a:solidFill>
                  <a:schemeClr val="tx1">
                    <a:lumMod val="95000"/>
                    <a:lumOff val="5000"/>
                  </a:schemeClr>
                </a:solidFill>
                <a:latin typeface="+mj-lt"/>
                <a:ea typeface="+mj-ea"/>
                <a:cs typeface="+mj-cs"/>
              </a:rPr>
              <a:t>Qu’est-ce que L’IA devrait faire?</a:t>
            </a:r>
          </a:p>
        </p:txBody>
      </p:sp>
      <p:cxnSp>
        <p:nvCxnSpPr>
          <p:cNvPr id="14" name="Straight Connector 18">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32004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6" name="Image 5">
            <a:extLst>
              <a:ext uri="{FF2B5EF4-FFF2-40B4-BE49-F238E27FC236}">
                <a16:creationId xmlns:a16="http://schemas.microsoft.com/office/drawing/2014/main" id="{28F8CF2C-7C8A-40EA-A968-802C06903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982" y="989046"/>
            <a:ext cx="7432863" cy="4552628"/>
          </a:xfrm>
          <a:prstGeom prst="rect">
            <a:avLst/>
          </a:prstGeom>
        </p:spPr>
      </p:pic>
    </p:spTree>
    <p:extLst>
      <p:ext uri="{BB962C8B-B14F-4D97-AF65-F5344CB8AC3E}">
        <p14:creationId xmlns:p14="http://schemas.microsoft.com/office/powerpoint/2010/main" val="34833778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3" name="Straight Connector 22">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5" name="Rectangle 24">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E82471-DD25-4EC5-A13A-DC665303142F}"/>
              </a:ext>
            </a:extLst>
          </p:cNvPr>
          <p:cNvSpPr>
            <a:spLocks noGrp="1"/>
          </p:cNvSpPr>
          <p:nvPr>
            <p:ph type="title"/>
          </p:nvPr>
        </p:nvSpPr>
        <p:spPr>
          <a:xfrm>
            <a:off x="636805" y="640080"/>
            <a:ext cx="3378099" cy="3034857"/>
          </a:xfrm>
        </p:spPr>
        <p:txBody>
          <a:bodyPr vert="horz" lIns="91440" tIns="45720" rIns="91440" bIns="45720" rtlCol="0" anchor="b">
            <a:normAutofit/>
          </a:bodyPr>
          <a:lstStyle/>
          <a:p>
            <a:pPr algn="r"/>
            <a:r>
              <a:rPr lang="en-US" sz="4400" kern="1200" cap="all" spc="200" baseline="0">
                <a:solidFill>
                  <a:schemeClr val="tx1">
                    <a:lumMod val="95000"/>
                    <a:lumOff val="5000"/>
                  </a:schemeClr>
                </a:solidFill>
                <a:latin typeface="+mj-lt"/>
                <a:ea typeface="+mj-ea"/>
                <a:cs typeface="+mj-cs"/>
              </a:rPr>
              <a:t>Qu’est-ce que L’IA devrait faire?</a:t>
            </a:r>
          </a:p>
        </p:txBody>
      </p:sp>
      <p:cxnSp>
        <p:nvCxnSpPr>
          <p:cNvPr id="27" name="Straight Connector 26">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32004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4" name="Image 3">
            <a:extLst>
              <a:ext uri="{FF2B5EF4-FFF2-40B4-BE49-F238E27FC236}">
                <a16:creationId xmlns:a16="http://schemas.microsoft.com/office/drawing/2014/main" id="{E94B28B0-8543-46A9-B1AF-4475697D52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76979" y="877081"/>
            <a:ext cx="7468010" cy="4742186"/>
          </a:xfrm>
          <a:prstGeom prst="rect">
            <a:avLst/>
          </a:prstGeom>
        </p:spPr>
      </p:pic>
    </p:spTree>
    <p:extLst>
      <p:ext uri="{BB962C8B-B14F-4D97-AF65-F5344CB8AC3E}">
        <p14:creationId xmlns:p14="http://schemas.microsoft.com/office/powerpoint/2010/main" val="3091763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3A8EC506-B1DA-46A1-B44D-774E68468E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4" name="Oval 5">
            <a:extLst>
              <a:ext uri="{FF2B5EF4-FFF2-40B4-BE49-F238E27FC236}">
                <a16:creationId xmlns:a16="http://schemas.microsoft.com/office/drawing/2014/main" id="{BFF30785-305E-45D7-984F-5AA93D3CA5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36" name="Straight Connector 35">
            <a:extLst>
              <a:ext uri="{FF2B5EF4-FFF2-40B4-BE49-F238E27FC236}">
                <a16:creationId xmlns:a16="http://schemas.microsoft.com/office/drawing/2014/main" id="{15E01FA5-D766-43CA-A83D-E7CF3F04E96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38" name="Rectangle 37">
            <a:extLst>
              <a:ext uri="{FF2B5EF4-FFF2-40B4-BE49-F238E27FC236}">
                <a16:creationId xmlns:a16="http://schemas.microsoft.com/office/drawing/2014/main" id="{CA73784B-AC76-4BAD-93AF-C72D0EDFD7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F9E82471-DD25-4EC5-A13A-DC665303142F}"/>
              </a:ext>
            </a:extLst>
          </p:cNvPr>
          <p:cNvSpPr>
            <a:spLocks noGrp="1"/>
          </p:cNvSpPr>
          <p:nvPr>
            <p:ph type="title"/>
          </p:nvPr>
        </p:nvSpPr>
        <p:spPr>
          <a:xfrm>
            <a:off x="636805" y="640080"/>
            <a:ext cx="3378099" cy="3034857"/>
          </a:xfrm>
        </p:spPr>
        <p:txBody>
          <a:bodyPr vert="horz" lIns="91440" tIns="45720" rIns="91440" bIns="45720" rtlCol="0" anchor="b">
            <a:normAutofit/>
          </a:bodyPr>
          <a:lstStyle/>
          <a:p>
            <a:pPr algn="r"/>
            <a:r>
              <a:rPr lang="en-US" sz="4400" kern="1200" cap="all" spc="200" baseline="0">
                <a:solidFill>
                  <a:schemeClr val="tx1">
                    <a:lumMod val="95000"/>
                    <a:lumOff val="5000"/>
                  </a:schemeClr>
                </a:solidFill>
                <a:latin typeface="+mj-lt"/>
                <a:ea typeface="+mj-ea"/>
                <a:cs typeface="+mj-cs"/>
              </a:rPr>
              <a:t>Qu’est-ce que L’IA devrait faire?</a:t>
            </a:r>
          </a:p>
        </p:txBody>
      </p:sp>
      <p:cxnSp>
        <p:nvCxnSpPr>
          <p:cNvPr id="40" name="Straight Connector 39">
            <a:extLst>
              <a:ext uri="{FF2B5EF4-FFF2-40B4-BE49-F238E27FC236}">
                <a16:creationId xmlns:a16="http://schemas.microsoft.com/office/drawing/2014/main" id="{811DCF04-0C7C-44FC-8246-FC8D736B1A7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00698" y="3765314"/>
            <a:ext cx="3200400" cy="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Image 4" descr="Une image contenant texte, stationnaire, instrument d’écriture&#10;&#10;Description générée automatiquement">
            <a:extLst>
              <a:ext uri="{FF2B5EF4-FFF2-40B4-BE49-F238E27FC236}">
                <a16:creationId xmlns:a16="http://schemas.microsoft.com/office/drawing/2014/main" id="{9082BDF3-207B-4EAE-8F0B-209FA77C29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4984" y="811764"/>
            <a:ext cx="7429798" cy="4885092"/>
          </a:xfrm>
          <a:prstGeom prst="rect">
            <a:avLst/>
          </a:prstGeom>
        </p:spPr>
      </p:pic>
    </p:spTree>
    <p:extLst>
      <p:ext uri="{BB962C8B-B14F-4D97-AF65-F5344CB8AC3E}">
        <p14:creationId xmlns:p14="http://schemas.microsoft.com/office/powerpoint/2010/main" val="7914805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6">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1" name="Straight Connector 10">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22" name="Rectangle 12">
            <a:extLst>
              <a:ext uri="{FF2B5EF4-FFF2-40B4-BE49-F238E27FC236}">
                <a16:creationId xmlns:a16="http://schemas.microsoft.com/office/drawing/2014/main" id="{77C4FC30-B5C3-47C2-B8E7-93106C428B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14">
            <a:extLst>
              <a:ext uri="{FF2B5EF4-FFF2-40B4-BE49-F238E27FC236}">
                <a16:creationId xmlns:a16="http://schemas.microsoft.com/office/drawing/2014/main" id="{6105862B-0C5A-4A14-8804-4EC82F8E5D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4632" y="486184"/>
            <a:ext cx="3248522" cy="588563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16">
            <a:extLst>
              <a:ext uri="{FF2B5EF4-FFF2-40B4-BE49-F238E27FC236}">
                <a16:creationId xmlns:a16="http://schemas.microsoft.com/office/drawing/2014/main" id="{39365198-CF4B-47A0-AFF6-FF5D2339FC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7745" y="486184"/>
            <a:ext cx="7794722" cy="58856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BC41234-E7CB-4CF5-AD39-A65D08ED9E8A}"/>
              </a:ext>
            </a:extLst>
          </p:cNvPr>
          <p:cNvSpPr>
            <a:spLocks noGrp="1"/>
          </p:cNvSpPr>
          <p:nvPr>
            <p:ph type="title"/>
          </p:nvPr>
        </p:nvSpPr>
        <p:spPr>
          <a:xfrm>
            <a:off x="4299626" y="858475"/>
            <a:ext cx="6984459" cy="5141050"/>
          </a:xfrm>
        </p:spPr>
        <p:txBody>
          <a:bodyPr vert="horz" lIns="91440" tIns="45720" rIns="91440" bIns="45720" rtlCol="0" anchor="ctr">
            <a:normAutofit/>
          </a:bodyPr>
          <a:lstStyle/>
          <a:p>
            <a:r>
              <a:rPr lang="en-US" sz="6000" spc="200">
                <a:solidFill>
                  <a:srgbClr val="FFFFFF"/>
                </a:solidFill>
              </a:rPr>
              <a:t>Est-ce que les préférences morales varient selon les cultures?</a:t>
            </a:r>
          </a:p>
        </p:txBody>
      </p:sp>
    </p:spTree>
    <p:extLst>
      <p:ext uri="{BB962C8B-B14F-4D97-AF65-F5344CB8AC3E}">
        <p14:creationId xmlns:p14="http://schemas.microsoft.com/office/powerpoint/2010/main" val="1391425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194971-2F2D-44B0-8AE6-FF2DCCEE0A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Oval 5">
            <a:extLst>
              <a:ext uri="{FF2B5EF4-FFF2-40B4-BE49-F238E27FC236}">
                <a16:creationId xmlns:a16="http://schemas.microsoft.com/office/drawing/2014/main" id="{1FF9A61E-EB11-4C46-82E1-3E00A3B4B4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1" name="Straight Connector 10">
            <a:extLst>
              <a:ext uri="{FF2B5EF4-FFF2-40B4-BE49-F238E27FC236}">
                <a16:creationId xmlns:a16="http://schemas.microsoft.com/office/drawing/2014/main" id="{5E564EB3-35F2-4EFF-87DC-642DC020526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4BA0C938-1486-4635-9F6C-44D521FA6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42A7ABB-6A86-4A02-A072-FA82CDCE53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928" y="484632"/>
            <a:ext cx="11244036" cy="5880916"/>
          </a:xfrm>
          <a:prstGeom prst="rect">
            <a:avLst/>
          </a:prstGeom>
          <a:solidFill>
            <a:schemeClr val="bg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40C6119B-4038-4C3B-A459-1C92EA7EA1FE}"/>
              </a:ext>
            </a:extLst>
          </p:cNvPr>
          <p:cNvSpPr>
            <a:spLocks noGrp="1"/>
          </p:cNvSpPr>
          <p:nvPr>
            <p:ph type="title"/>
          </p:nvPr>
        </p:nvSpPr>
        <p:spPr>
          <a:xfrm>
            <a:off x="4365356" y="806365"/>
            <a:ext cx="7020747" cy="5229630"/>
          </a:xfrm>
        </p:spPr>
        <p:txBody>
          <a:bodyPr vert="horz" lIns="91440" tIns="45720" rIns="91440" bIns="45720" rtlCol="0" anchor="ctr">
            <a:normAutofit/>
          </a:bodyPr>
          <a:lstStyle/>
          <a:p>
            <a:r>
              <a:rPr lang="en-US" sz="6600" spc="200" dirty="0" err="1"/>
              <a:t>Quelles</a:t>
            </a:r>
            <a:r>
              <a:rPr lang="en-US" sz="6600" spc="200" dirty="0"/>
              <a:t> </a:t>
            </a:r>
            <a:r>
              <a:rPr lang="en-US" sz="6600" spc="200" dirty="0" err="1"/>
              <a:t>sont</a:t>
            </a:r>
            <a:r>
              <a:rPr lang="en-US" sz="6600" spc="200" dirty="0"/>
              <a:t> les tendances les plus </a:t>
            </a:r>
            <a:r>
              <a:rPr lang="en-US" sz="6600" spc="200" dirty="0" err="1"/>
              <a:t>importantes</a:t>
            </a:r>
            <a:r>
              <a:rPr lang="en-US" sz="6600" spc="200" dirty="0"/>
              <a:t>?</a:t>
            </a:r>
          </a:p>
        </p:txBody>
      </p:sp>
      <p:cxnSp>
        <p:nvCxnSpPr>
          <p:cNvPr id="17" name="Straight Connector 16">
            <a:extLst>
              <a:ext uri="{FF2B5EF4-FFF2-40B4-BE49-F238E27FC236}">
                <a16:creationId xmlns:a16="http://schemas.microsoft.com/office/drawing/2014/main" id="{B6916720-6D22-4D4B-BC19-23008C7DD4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059935" y="1600200"/>
            <a:ext cx="0" cy="36576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7881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90AAC386-A18D-4525-AD1B-4D227ED34C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12EAD45-3252-4CAE-B7B5-2DE3E9F7AAC9}"/>
              </a:ext>
            </a:extLst>
          </p:cNvPr>
          <p:cNvSpPr>
            <a:spLocks noGrp="1"/>
          </p:cNvSpPr>
          <p:nvPr>
            <p:ph type="title"/>
          </p:nvPr>
        </p:nvSpPr>
        <p:spPr>
          <a:xfrm>
            <a:off x="8129872" y="643467"/>
            <a:ext cx="3473009" cy="5571066"/>
          </a:xfrm>
        </p:spPr>
        <p:txBody>
          <a:bodyPr>
            <a:normAutofit/>
          </a:bodyPr>
          <a:lstStyle/>
          <a:p>
            <a:r>
              <a:rPr lang="fr-CA"/>
              <a:t>Les conclusions de l’expérience</a:t>
            </a:r>
          </a:p>
        </p:txBody>
      </p:sp>
      <p:cxnSp>
        <p:nvCxnSpPr>
          <p:cNvPr id="18" name="Straight Connector 17">
            <a:extLst>
              <a:ext uri="{FF2B5EF4-FFF2-40B4-BE49-F238E27FC236}">
                <a16:creationId xmlns:a16="http://schemas.microsoft.com/office/drawing/2014/main" id="{C34C4AD0-FE94-4E84-ACA6-CC5BF1A1182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853463" y="2514600"/>
            <a:ext cx="0" cy="1828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2" name="Espace réservé du contenu 2">
            <a:extLst>
              <a:ext uri="{FF2B5EF4-FFF2-40B4-BE49-F238E27FC236}">
                <a16:creationId xmlns:a16="http://schemas.microsoft.com/office/drawing/2014/main" id="{4CD12162-B078-48E9-964E-104DE879DD13}"/>
              </a:ext>
            </a:extLst>
          </p:cNvPr>
          <p:cNvGraphicFramePr>
            <a:graphicFrameLocks noGrp="1"/>
          </p:cNvGraphicFramePr>
          <p:nvPr>
            <p:ph idx="1"/>
            <p:extLst>
              <p:ext uri="{D42A27DB-BD31-4B8C-83A1-F6EECF244321}">
                <p14:modId xmlns:p14="http://schemas.microsoft.com/office/powerpoint/2010/main" val="1915086894"/>
              </p:ext>
            </p:extLst>
          </p:nvPr>
        </p:nvGraphicFramePr>
        <p:xfrm>
          <a:off x="942975" y="933450"/>
          <a:ext cx="6596063" cy="494188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878366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0D4A79B-06B2-4FE7-9CF6-54D940A8FE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4BBFA14D-8E4F-42D4-B5A0-9588A6A454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5" y="321731"/>
            <a:ext cx="11551187" cy="62145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a:extLst>
              <a:ext uri="{FF2B5EF4-FFF2-40B4-BE49-F238E27FC236}">
                <a16:creationId xmlns:a16="http://schemas.microsoft.com/office/drawing/2014/main" id="{610B2B88-1A1B-486B-9366-918FE2E71D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3" name="Espace réservé du contenu 2">
            <a:extLst>
              <a:ext uri="{FF2B5EF4-FFF2-40B4-BE49-F238E27FC236}">
                <a16:creationId xmlns:a16="http://schemas.microsoft.com/office/drawing/2014/main" id="{151601D6-485E-4A71-B4F8-B28E3D7E867A}"/>
              </a:ext>
            </a:extLst>
          </p:cNvPr>
          <p:cNvSpPr>
            <a:spLocks noGrp="1"/>
          </p:cNvSpPr>
          <p:nvPr>
            <p:ph idx="1"/>
          </p:nvPr>
        </p:nvSpPr>
        <p:spPr>
          <a:xfrm>
            <a:off x="1015740" y="1598102"/>
            <a:ext cx="10329671" cy="4450360"/>
          </a:xfrm>
        </p:spPr>
        <p:txBody>
          <a:bodyPr>
            <a:normAutofit/>
          </a:bodyPr>
          <a:lstStyle/>
          <a:p>
            <a:pPr algn="just"/>
            <a:r>
              <a:rPr lang="fr-CA" sz="2400" b="0" i="0" u="none" strike="noStrike" dirty="0">
                <a:solidFill>
                  <a:srgbClr val="FFFFFF"/>
                </a:solidFill>
                <a:effectLst/>
                <a:latin typeface="Arial" panose="020B0604020202020204" pitchFamily="34" charset="0"/>
              </a:rPr>
              <a:t>« Un brillant chirurgien spécialiste des transplantations a cinq patients nécessitant chacun un organe différent sans lequel il mourra. Malheureusement, aucun organe n'est disponible pour ces transplantations. Un jeune voyageur en bonne santé, de passage dans la ville où travaille le médecin, arrive pour un contrôle médical de routine. Pendant l'examen, le chirurgien note que tous ses organes sont compatibles avec les cinq patients mourants. Supposons par ailleurs que, si le jeune homme venait à disparaître, personne ne suspecterait le médecin. Soutenez-vous la morale du médecin de sacrifier ce touriste et d'utiliser ses organes pour sauver la vie des cinq personnes ? »</a:t>
            </a:r>
          </a:p>
          <a:p>
            <a:pPr algn="just"/>
            <a:endParaRPr lang="fr-CA" sz="2400" dirty="0">
              <a:solidFill>
                <a:srgbClr val="FFFFFF"/>
              </a:solidFill>
              <a:latin typeface="Arial" panose="020B0604020202020204" pitchFamily="34" charset="0"/>
            </a:endParaRPr>
          </a:p>
          <a:p>
            <a:pPr algn="r"/>
            <a:r>
              <a:rPr lang="fr-CA" sz="2400" dirty="0">
                <a:solidFill>
                  <a:srgbClr val="FFFFFF"/>
                </a:solidFill>
              </a:rPr>
              <a:t>Judith Jarvis Thompson</a:t>
            </a:r>
          </a:p>
        </p:txBody>
      </p:sp>
    </p:spTree>
    <p:extLst>
      <p:ext uri="{BB962C8B-B14F-4D97-AF65-F5344CB8AC3E}">
        <p14:creationId xmlns:p14="http://schemas.microsoft.com/office/powerpoint/2010/main" val="1309957644"/>
      </p:ext>
    </p:extLst>
  </p:cSld>
  <p:clrMapOvr>
    <a:overrideClrMapping bg1="dk1" tx1="lt1" bg2="dk2" tx2="lt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2FDF0794-1B86-42B2-B8C7-F60123E638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4"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3" descr="Vue d'un métro en mouvement flou">
            <a:extLst>
              <a:ext uri="{FF2B5EF4-FFF2-40B4-BE49-F238E27FC236}">
                <a16:creationId xmlns:a16="http://schemas.microsoft.com/office/drawing/2014/main" id="{85B62864-9442-4BFE-8C9F-4D6B930693E9}"/>
              </a:ext>
            </a:extLst>
          </p:cNvPr>
          <p:cNvPicPr>
            <a:picLocks noChangeAspect="1"/>
          </p:cNvPicPr>
          <p:nvPr/>
        </p:nvPicPr>
        <p:blipFill rotWithShape="1">
          <a:blip r:embed="rId2"/>
          <a:srcRect t="15730"/>
          <a:stretch/>
        </p:blipFill>
        <p:spPr>
          <a:xfrm>
            <a:off x="20" y="975"/>
            <a:ext cx="12191980" cy="6858000"/>
          </a:xfrm>
          <a:prstGeom prst="rect">
            <a:avLst/>
          </a:prstGeom>
        </p:spPr>
      </p:pic>
      <p:sp>
        <p:nvSpPr>
          <p:cNvPr id="16" name="Rectangle 15">
            <a:extLst>
              <a:ext uri="{FF2B5EF4-FFF2-40B4-BE49-F238E27FC236}">
                <a16:creationId xmlns:a16="http://schemas.microsoft.com/office/drawing/2014/main" id="{EAA48FC5-3C83-4F1B-BC33-DF0B588F83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96786" y="3064931"/>
            <a:ext cx="8295215" cy="2488568"/>
          </a:xfrm>
          <a:prstGeom prst="rect">
            <a:avLst/>
          </a:prstGeom>
          <a:solidFill>
            <a:srgbClr val="000001">
              <a:alpha val="7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1745EE68-9531-45C3-95D6-62593FCD0C9F}"/>
              </a:ext>
            </a:extLst>
          </p:cNvPr>
          <p:cNvSpPr>
            <a:spLocks noGrp="1"/>
          </p:cNvSpPr>
          <p:nvPr>
            <p:ph type="title"/>
          </p:nvPr>
        </p:nvSpPr>
        <p:spPr>
          <a:xfrm>
            <a:off x="4309349" y="3429000"/>
            <a:ext cx="7501651" cy="1090938"/>
          </a:xfrm>
        </p:spPr>
        <p:txBody>
          <a:bodyPr vert="horz" lIns="91440" tIns="45720" rIns="91440" bIns="45720" rtlCol="0" anchor="b">
            <a:normAutofit/>
          </a:bodyPr>
          <a:lstStyle/>
          <a:p>
            <a:r>
              <a:rPr lang="en-US" sz="3900" kern="1200" cap="all" spc="200" baseline="0">
                <a:solidFill>
                  <a:srgbClr val="FFFFFF"/>
                </a:solidFill>
                <a:latin typeface="+mj-lt"/>
                <a:ea typeface="+mj-ea"/>
                <a:cs typeface="+mj-cs"/>
              </a:rPr>
              <a:t>Le dilemme du tramway (Philippa Foot 1967)</a:t>
            </a:r>
          </a:p>
        </p:txBody>
      </p:sp>
      <p:cxnSp>
        <p:nvCxnSpPr>
          <p:cNvPr id="18" name="Straight Connector 17">
            <a:extLst>
              <a:ext uri="{FF2B5EF4-FFF2-40B4-BE49-F238E27FC236}">
                <a16:creationId xmlns:a16="http://schemas.microsoft.com/office/drawing/2014/main" id="{62F01714-1A39-4194-BD47-8A9960C5998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09349" y="4666480"/>
            <a:ext cx="6832499" cy="0"/>
          </a:xfrm>
          <a:prstGeom prst="line">
            <a:avLst/>
          </a:prstGeom>
          <a:ln w="22225">
            <a:solidFill>
              <a:srgbClr val="BC8122"/>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423985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28" name="Straight Connector 27">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A12724E-FD9B-430F-978F-8A8D84499A88}"/>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4000" kern="1200" cap="all" spc="200" baseline="0">
                <a:solidFill>
                  <a:schemeClr val="tx1">
                    <a:lumMod val="95000"/>
                    <a:lumOff val="5000"/>
                  </a:schemeClr>
                </a:solidFill>
                <a:latin typeface="+mj-lt"/>
                <a:ea typeface="+mj-ea"/>
                <a:cs typeface="+mj-cs"/>
              </a:rPr>
              <a:t>Devrions-nous actionner le levier?</a:t>
            </a:r>
          </a:p>
        </p:txBody>
      </p:sp>
      <p:cxnSp>
        <p:nvCxnSpPr>
          <p:cNvPr id="32" name="Straight Connector 31">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rgbClr val="DDB473"/>
            </a:solidFill>
          </a:ln>
        </p:spPr>
        <p:style>
          <a:lnRef idx="1">
            <a:schemeClr val="accent1"/>
          </a:lnRef>
          <a:fillRef idx="0">
            <a:schemeClr val="accent1"/>
          </a:fillRef>
          <a:effectRef idx="0">
            <a:schemeClr val="accent1"/>
          </a:effectRef>
          <a:fontRef idx="minor">
            <a:schemeClr val="tx1"/>
          </a:fontRef>
        </p:style>
      </p:cxnSp>
      <p:pic>
        <p:nvPicPr>
          <p:cNvPr id="8" name="Image 7" descr="Une image contenant texte, jouet, poupée&#10;&#10;Description générée automatiquement">
            <a:extLst>
              <a:ext uri="{FF2B5EF4-FFF2-40B4-BE49-F238E27FC236}">
                <a16:creationId xmlns:a16="http://schemas.microsoft.com/office/drawing/2014/main" id="{557D04D9-C52E-4E40-88B3-923005D46874}"/>
              </a:ext>
            </a:extLst>
          </p:cNvPr>
          <p:cNvPicPr>
            <a:picLocks noChangeAspect="1"/>
          </p:cNvPicPr>
          <p:nvPr/>
        </p:nvPicPr>
        <p:blipFill rotWithShape="1">
          <a:blip r:embed="rId2">
            <a:extLst>
              <a:ext uri="{28A0092B-C50C-407E-A947-70E740481C1C}">
                <a14:useLocalDpi xmlns:a14="http://schemas.microsoft.com/office/drawing/2010/main" val="0"/>
              </a:ext>
            </a:extLst>
          </a:blip>
          <a:srcRect l="6613" r="4067" b="1"/>
          <a:stretch/>
        </p:blipFill>
        <p:spPr>
          <a:xfrm>
            <a:off x="4654984" y="640080"/>
            <a:ext cx="6896936" cy="5578816"/>
          </a:xfrm>
          <a:prstGeom prst="rect">
            <a:avLst/>
          </a:prstGeom>
        </p:spPr>
      </p:pic>
    </p:spTree>
    <p:extLst>
      <p:ext uri="{BB962C8B-B14F-4D97-AF65-F5344CB8AC3E}">
        <p14:creationId xmlns:p14="http://schemas.microsoft.com/office/powerpoint/2010/main" val="3621666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CD2B798-7994-4548-A2BE-4AEF9C1A5F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5">
            <a:extLst>
              <a:ext uri="{FF2B5EF4-FFF2-40B4-BE49-F238E27FC236}">
                <a16:creationId xmlns:a16="http://schemas.microsoft.com/office/drawing/2014/main" id="{E6162320-3B67-42BB-AF9D-939326E648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7" name="Straight Connector 16">
            <a:extLst>
              <a:ext uri="{FF2B5EF4-FFF2-40B4-BE49-F238E27FC236}">
                <a16:creationId xmlns:a16="http://schemas.microsoft.com/office/drawing/2014/main" id="{6722E143-84C1-4F95-937C-78B92D2811C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774A886E-E8EF-48CC-8764-20EAE4538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06C767B0-7A06-4931-9465-7C3C605DC2DE}"/>
              </a:ext>
            </a:extLst>
          </p:cNvPr>
          <p:cNvSpPr>
            <a:spLocks noGrp="1"/>
          </p:cNvSpPr>
          <p:nvPr>
            <p:ph type="title"/>
          </p:nvPr>
        </p:nvSpPr>
        <p:spPr>
          <a:xfrm>
            <a:off x="636805" y="640080"/>
            <a:ext cx="3378099" cy="4077145"/>
          </a:xfrm>
        </p:spPr>
        <p:txBody>
          <a:bodyPr vert="horz" lIns="91440" tIns="45720" rIns="91440" bIns="45720" rtlCol="0" anchor="b">
            <a:normAutofit/>
          </a:bodyPr>
          <a:lstStyle/>
          <a:p>
            <a:pPr algn="r"/>
            <a:r>
              <a:rPr lang="en-US" sz="4000" kern="1200" cap="all" spc="200" baseline="0" dirty="0" err="1">
                <a:solidFill>
                  <a:schemeClr val="tx1">
                    <a:lumMod val="95000"/>
                    <a:lumOff val="5000"/>
                  </a:schemeClr>
                </a:solidFill>
                <a:latin typeface="+mj-lt"/>
                <a:ea typeface="+mj-ea"/>
                <a:cs typeface="+mj-cs"/>
              </a:rPr>
              <a:t>Devrions</a:t>
            </a:r>
            <a:r>
              <a:rPr lang="en-US" sz="4000" kern="1200" cap="all" spc="200" baseline="0" dirty="0">
                <a:solidFill>
                  <a:schemeClr val="tx1">
                    <a:lumMod val="95000"/>
                    <a:lumOff val="5000"/>
                  </a:schemeClr>
                </a:solidFill>
                <a:latin typeface="+mj-lt"/>
                <a:ea typeface="+mj-ea"/>
                <a:cs typeface="+mj-cs"/>
              </a:rPr>
              <a:t>-nous </a:t>
            </a:r>
            <a:r>
              <a:rPr lang="en-US" sz="4000" kern="1200" cap="all" spc="200" baseline="0" dirty="0" err="1">
                <a:solidFill>
                  <a:schemeClr val="tx1">
                    <a:lumMod val="95000"/>
                    <a:lumOff val="5000"/>
                  </a:schemeClr>
                </a:solidFill>
                <a:latin typeface="+mj-lt"/>
                <a:ea typeface="+mj-ea"/>
                <a:cs typeface="+mj-cs"/>
              </a:rPr>
              <a:t>pousser</a:t>
            </a:r>
            <a:r>
              <a:rPr lang="en-US" sz="4000" kern="1200" cap="all" spc="200" baseline="0" dirty="0">
                <a:solidFill>
                  <a:schemeClr val="tx1">
                    <a:lumMod val="95000"/>
                    <a:lumOff val="5000"/>
                  </a:schemeClr>
                </a:solidFill>
                <a:latin typeface="+mj-lt"/>
                <a:ea typeface="+mj-ea"/>
                <a:cs typeface="+mj-cs"/>
              </a:rPr>
              <a:t> le </a:t>
            </a:r>
            <a:r>
              <a:rPr lang="en-US" sz="4000" spc="200" dirty="0"/>
              <a:t>monsieur</a:t>
            </a:r>
            <a:r>
              <a:rPr lang="en-US" sz="4000" kern="1200" cap="all" spc="200" baseline="0" dirty="0">
                <a:solidFill>
                  <a:schemeClr val="tx1">
                    <a:lumMod val="95000"/>
                    <a:lumOff val="5000"/>
                  </a:schemeClr>
                </a:solidFill>
                <a:latin typeface="+mj-lt"/>
                <a:ea typeface="+mj-ea"/>
                <a:cs typeface="+mj-cs"/>
              </a:rPr>
              <a:t>?</a:t>
            </a:r>
          </a:p>
        </p:txBody>
      </p:sp>
      <p:cxnSp>
        <p:nvCxnSpPr>
          <p:cNvPr id="21" name="Straight Connector 20">
            <a:extLst>
              <a:ext uri="{FF2B5EF4-FFF2-40B4-BE49-F238E27FC236}">
                <a16:creationId xmlns:a16="http://schemas.microsoft.com/office/drawing/2014/main" id="{EB1993F9-CFC5-495F-9F26-19953445357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271704" y="4831176"/>
            <a:ext cx="2743200" cy="0"/>
          </a:xfrm>
          <a:prstGeom prst="line">
            <a:avLst/>
          </a:prstGeom>
          <a:ln w="19050">
            <a:solidFill>
              <a:srgbClr val="E0B674"/>
            </a:solidFill>
          </a:ln>
        </p:spPr>
        <p:style>
          <a:lnRef idx="1">
            <a:schemeClr val="accent1"/>
          </a:lnRef>
          <a:fillRef idx="0">
            <a:schemeClr val="accent1"/>
          </a:fillRef>
          <a:effectRef idx="0">
            <a:schemeClr val="accent1"/>
          </a:effectRef>
          <a:fontRef idx="minor">
            <a:schemeClr val="tx1"/>
          </a:fontRef>
        </p:style>
      </p:cxnSp>
      <p:pic>
        <p:nvPicPr>
          <p:cNvPr id="8" name="Image 7" descr="Une image contenant texte&#10;&#10;Description générée automatiquement">
            <a:extLst>
              <a:ext uri="{FF2B5EF4-FFF2-40B4-BE49-F238E27FC236}">
                <a16:creationId xmlns:a16="http://schemas.microsoft.com/office/drawing/2014/main" id="{F3F14010-A4E5-43A3-ACB0-945D7D82DAD1}"/>
              </a:ext>
            </a:extLst>
          </p:cNvPr>
          <p:cNvPicPr>
            <a:picLocks noChangeAspect="1"/>
          </p:cNvPicPr>
          <p:nvPr/>
        </p:nvPicPr>
        <p:blipFill rotWithShape="1">
          <a:blip r:embed="rId2">
            <a:extLst>
              <a:ext uri="{28A0092B-C50C-407E-A947-70E740481C1C}">
                <a14:useLocalDpi xmlns:a14="http://schemas.microsoft.com/office/drawing/2010/main" val="0"/>
              </a:ext>
            </a:extLst>
          </a:blip>
          <a:srcRect l="881" r="9799" b="1"/>
          <a:stretch/>
        </p:blipFill>
        <p:spPr>
          <a:xfrm>
            <a:off x="4654984" y="640080"/>
            <a:ext cx="6896936" cy="5578816"/>
          </a:xfrm>
          <a:prstGeom prst="rect">
            <a:avLst/>
          </a:prstGeom>
        </p:spPr>
      </p:pic>
    </p:spTree>
    <p:extLst>
      <p:ext uri="{BB962C8B-B14F-4D97-AF65-F5344CB8AC3E}">
        <p14:creationId xmlns:p14="http://schemas.microsoft.com/office/powerpoint/2010/main" val="1636364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Le calcul des gouvernements durant le </a:t>
            </a:r>
            <a:r>
              <a:rPr lang="fr-CA" dirty="0" err="1"/>
              <a:t>covid</a:t>
            </a:r>
            <a:endParaRPr lang="fr-CA" dirty="0"/>
          </a:p>
        </p:txBody>
      </p:sp>
      <p:sp>
        <p:nvSpPr>
          <p:cNvPr id="4" name="Espace réservé du texte 3"/>
          <p:cNvSpPr>
            <a:spLocks noGrp="1"/>
          </p:cNvSpPr>
          <p:nvPr>
            <p:ph type="body" sz="half" idx="2"/>
          </p:nvPr>
        </p:nvSpPr>
        <p:spPr/>
        <p:txBody>
          <a:bodyPr/>
          <a:lstStyle/>
          <a:p>
            <a:r>
              <a:rPr lang="fr-CA" dirty="0"/>
              <a:t>Fermer l’économie et protéger le système de santé ou ouvrir l’économie et nuire au système de santé ?</a:t>
            </a:r>
          </a:p>
        </p:txBody>
      </p:sp>
      <p:pic>
        <p:nvPicPr>
          <p:cNvPr id="1028" name="Picture 4" descr="SARS lessons help Canada prep for COVID-19, but hospital capacity a worry |  CTV News"/>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t="16614" b="16614"/>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4961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02656E9-C803-4649-8950-C5DE6F015823}"/>
              </a:ext>
            </a:extLst>
          </p:cNvPr>
          <p:cNvSpPr>
            <a:spLocks noGrp="1"/>
          </p:cNvSpPr>
          <p:nvPr>
            <p:ph type="title"/>
          </p:nvPr>
        </p:nvSpPr>
        <p:spPr/>
        <p:txBody>
          <a:bodyPr/>
          <a:lstStyle/>
          <a:p>
            <a:r>
              <a:rPr lang="fr-CA" dirty="0"/>
              <a:t>Un calcul compliqué</a:t>
            </a:r>
          </a:p>
        </p:txBody>
      </p:sp>
      <p:sp>
        <p:nvSpPr>
          <p:cNvPr id="3" name="Espace réservé du contenu 2">
            <a:extLst>
              <a:ext uri="{FF2B5EF4-FFF2-40B4-BE49-F238E27FC236}">
                <a16:creationId xmlns:a16="http://schemas.microsoft.com/office/drawing/2014/main" id="{0B9FEA2F-E310-4064-A6AE-E910429ECB01}"/>
              </a:ext>
            </a:extLst>
          </p:cNvPr>
          <p:cNvSpPr>
            <a:spLocks noGrp="1"/>
          </p:cNvSpPr>
          <p:nvPr>
            <p:ph idx="1"/>
          </p:nvPr>
        </p:nvSpPr>
        <p:spPr/>
        <p:txBody>
          <a:bodyPr>
            <a:normAutofit/>
          </a:bodyPr>
          <a:lstStyle/>
          <a:p>
            <a:r>
              <a:rPr lang="fr-CA" sz="2800" dirty="0"/>
              <a:t>1) L’incertitude des prévisions</a:t>
            </a:r>
          </a:p>
          <a:p>
            <a:r>
              <a:rPr lang="fr-CA" sz="2800" dirty="0"/>
              <a:t>2) Le manque de ressources et de temps</a:t>
            </a:r>
          </a:p>
          <a:p>
            <a:r>
              <a:rPr lang="fr-CA" sz="2800" dirty="0"/>
              <a:t>4) L’incommensurabilité des plaisirs</a:t>
            </a:r>
          </a:p>
          <a:p>
            <a:r>
              <a:rPr lang="fr-CA" sz="2800" dirty="0"/>
              <a:t>5) L’inégalité qualitative des plaisirs</a:t>
            </a:r>
          </a:p>
        </p:txBody>
      </p:sp>
    </p:spTree>
    <p:extLst>
      <p:ext uri="{BB962C8B-B14F-4D97-AF65-F5344CB8AC3E}">
        <p14:creationId xmlns:p14="http://schemas.microsoft.com/office/powerpoint/2010/main" val="1381506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523F687D-4C7E-4496-BB4B-20B1C9996FEF}"/>
              </a:ext>
            </a:extLst>
          </p:cNvPr>
          <p:cNvSpPr>
            <a:spLocks noGrp="1"/>
          </p:cNvSpPr>
          <p:nvPr>
            <p:ph type="title"/>
          </p:nvPr>
        </p:nvSpPr>
        <p:spPr>
          <a:xfrm>
            <a:off x="964788" y="804333"/>
            <a:ext cx="3391900" cy="5249334"/>
          </a:xfrm>
        </p:spPr>
        <p:txBody>
          <a:bodyPr>
            <a:normAutofit/>
          </a:bodyPr>
          <a:lstStyle/>
          <a:p>
            <a:pPr algn="r"/>
            <a:r>
              <a:rPr lang="fr-CA">
                <a:solidFill>
                  <a:srgbClr val="FFFFFF"/>
                </a:solidFill>
              </a:rPr>
              <a:t>Peter Singer et l’aide aux pays pauvre</a:t>
            </a:r>
          </a:p>
        </p:txBody>
      </p:sp>
      <p:sp>
        <p:nvSpPr>
          <p:cNvPr id="3" name="Espace réservé du contenu 2">
            <a:extLst>
              <a:ext uri="{FF2B5EF4-FFF2-40B4-BE49-F238E27FC236}">
                <a16:creationId xmlns:a16="http://schemas.microsoft.com/office/drawing/2014/main" id="{B20C7AB9-F52C-4828-8ACB-573C7750238A}"/>
              </a:ext>
            </a:extLst>
          </p:cNvPr>
          <p:cNvSpPr>
            <a:spLocks noGrp="1"/>
          </p:cNvSpPr>
          <p:nvPr>
            <p:ph idx="1"/>
          </p:nvPr>
        </p:nvSpPr>
        <p:spPr>
          <a:xfrm>
            <a:off x="4951048" y="804333"/>
            <a:ext cx="6306003" cy="5249334"/>
          </a:xfrm>
        </p:spPr>
        <p:txBody>
          <a:bodyPr anchor="ctr">
            <a:normAutofit/>
          </a:bodyPr>
          <a:lstStyle/>
          <a:p>
            <a:pPr algn="just">
              <a:buFont typeface="Wingdings" panose="05000000000000000000" pitchFamily="2" charset="2"/>
              <a:buChar char="§"/>
            </a:pPr>
            <a:r>
              <a:rPr lang="fr-CA" sz="2800" dirty="0"/>
              <a:t> La théorie utilitariste n’est pas utilisé seulement pour résoudre des dilemme hypothétiques de sacrifice humain</a:t>
            </a:r>
          </a:p>
          <a:p>
            <a:pPr algn="just">
              <a:buFont typeface="Wingdings" panose="05000000000000000000" pitchFamily="2" charset="2"/>
              <a:buChar char="§"/>
            </a:pPr>
            <a:r>
              <a:rPr lang="fr-CA" sz="2800" dirty="0"/>
              <a:t> Peter Singer, utilise cette théorie pour défendre l’idée que toute personne modérément riche devrait donner une partie de ses revenus à l’aide humanitaire</a:t>
            </a:r>
          </a:p>
        </p:txBody>
      </p:sp>
    </p:spTree>
    <p:extLst>
      <p:ext uri="{BB962C8B-B14F-4D97-AF65-F5344CB8AC3E}">
        <p14:creationId xmlns:p14="http://schemas.microsoft.com/office/powerpoint/2010/main" val="17804719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0F2F945-CA02-48E3-843C-222D13C1136F}"/>
              </a:ext>
            </a:extLst>
          </p:cNvPr>
          <p:cNvSpPr>
            <a:spLocks noGrp="1"/>
          </p:cNvSpPr>
          <p:nvPr>
            <p:ph type="title"/>
          </p:nvPr>
        </p:nvSpPr>
        <p:spPr>
          <a:xfrm>
            <a:off x="1024128" y="585216"/>
            <a:ext cx="8018272" cy="1499616"/>
          </a:xfrm>
        </p:spPr>
        <p:txBody>
          <a:bodyPr vert="horz" lIns="91440" tIns="45720" rIns="91440" bIns="45720" rtlCol="0" anchor="ctr">
            <a:normAutofit/>
          </a:bodyPr>
          <a:lstStyle/>
          <a:p>
            <a:r>
              <a:rPr lang="en-US" dirty="0" err="1"/>
              <a:t>Exercice</a:t>
            </a:r>
            <a:r>
              <a:rPr lang="en-US" dirty="0"/>
              <a:t> </a:t>
            </a:r>
            <a:r>
              <a:rPr lang="en-US" dirty="0" err="1"/>
              <a:t>évalué</a:t>
            </a:r>
            <a:r>
              <a:rPr lang="en-US" dirty="0"/>
              <a:t> 4 (5%)</a:t>
            </a:r>
          </a:p>
        </p:txBody>
      </p:sp>
      <p:sp>
        <p:nvSpPr>
          <p:cNvPr id="3" name="ZoneTexte 2">
            <a:extLst>
              <a:ext uri="{FF2B5EF4-FFF2-40B4-BE49-F238E27FC236}">
                <a16:creationId xmlns:a16="http://schemas.microsoft.com/office/drawing/2014/main" id="{CAE2F014-1025-4F28-86DA-01D40E874373}"/>
              </a:ext>
            </a:extLst>
          </p:cNvPr>
          <p:cNvSpPr txBox="1"/>
          <p:nvPr/>
        </p:nvSpPr>
        <p:spPr>
          <a:xfrm>
            <a:off x="1024128" y="2084832"/>
            <a:ext cx="8018271" cy="4023360"/>
          </a:xfrm>
          <a:prstGeom prst="rect">
            <a:avLst/>
          </a:prstGeom>
        </p:spPr>
        <p:txBody>
          <a:bodyPr vert="horz" lIns="45720" tIns="45720" rIns="45720" bIns="45720" rtlCol="0">
            <a:noAutofit/>
          </a:bodyPr>
          <a:lstStyle/>
          <a:p>
            <a:pPr algn="just" defTabSz="914400">
              <a:lnSpc>
                <a:spcPct val="90000"/>
              </a:lnSpc>
              <a:spcAft>
                <a:spcPts val="600"/>
              </a:spcAft>
              <a:buClr>
                <a:schemeClr val="accent1"/>
              </a:buClr>
            </a:pPr>
            <a:r>
              <a:rPr lang="en-US" sz="3600" dirty="0"/>
              <a:t>Questions :</a:t>
            </a:r>
          </a:p>
          <a:p>
            <a:pPr algn="just" defTabSz="914400">
              <a:lnSpc>
                <a:spcPct val="90000"/>
              </a:lnSpc>
              <a:spcAft>
                <a:spcPts val="600"/>
              </a:spcAft>
              <a:buClr>
                <a:schemeClr val="accent1"/>
              </a:buClr>
            </a:pPr>
            <a:endParaRPr lang="en-US" sz="2400" dirty="0"/>
          </a:p>
          <a:p>
            <a:pPr marL="342900" indent="-342900" algn="just" defTabSz="914400">
              <a:lnSpc>
                <a:spcPct val="90000"/>
              </a:lnSpc>
              <a:spcAft>
                <a:spcPts val="600"/>
              </a:spcAft>
              <a:buClr>
                <a:schemeClr val="accent1"/>
              </a:buClr>
              <a:buAutoNum type="arabicParenR"/>
            </a:pPr>
            <a:r>
              <a:rPr lang="fr-FR" sz="3000" dirty="0"/>
              <a:t>Appliquez le principe d’utilité (calcul d’utilité) à cette situation. La décision du juge Tannenbaum respecte-t-elle la vision utilitariste de la morale? Pourquoi?</a:t>
            </a:r>
          </a:p>
          <a:p>
            <a:pPr marL="342900" indent="-342900" algn="just" defTabSz="914400">
              <a:lnSpc>
                <a:spcPct val="90000"/>
              </a:lnSpc>
              <a:spcAft>
                <a:spcPts val="600"/>
              </a:spcAft>
              <a:buClr>
                <a:schemeClr val="accent1"/>
              </a:buClr>
              <a:buAutoNum type="arabicParenR"/>
            </a:pPr>
            <a:r>
              <a:rPr lang="fr-FR" sz="3000" dirty="0"/>
              <a:t>Quelle serait la position de Kant sur ce cas? Appuyez votre réponse sur l’un des deux principes de l’éthique kantienne.</a:t>
            </a:r>
          </a:p>
        </p:txBody>
      </p:sp>
      <p:sp>
        <p:nvSpPr>
          <p:cNvPr id="37" name="Rectangle 32">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4">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tx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Image 3"/>
          <p:cNvPicPr>
            <a:picLocks noChangeAspect="1"/>
          </p:cNvPicPr>
          <p:nvPr/>
        </p:nvPicPr>
        <p:blipFill>
          <a:blip r:embed="rId2"/>
          <a:stretch>
            <a:fillRect/>
          </a:stretch>
        </p:blipFill>
        <p:spPr>
          <a:xfrm>
            <a:off x="9428733" y="4394539"/>
            <a:ext cx="2596150" cy="2549842"/>
          </a:xfrm>
          <a:prstGeom prst="rect">
            <a:avLst/>
          </a:prstGeom>
        </p:spPr>
      </p:pic>
    </p:spTree>
    <p:extLst>
      <p:ext uri="{BB962C8B-B14F-4D97-AF65-F5344CB8AC3E}">
        <p14:creationId xmlns:p14="http://schemas.microsoft.com/office/powerpoint/2010/main" val="78194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égral">
  <a:themeElements>
    <a:clrScheme name="Inté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é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é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965</TotalTime>
  <Words>1028</Words>
  <Application>Microsoft Office PowerPoint</Application>
  <PresentationFormat>Grand écran</PresentationFormat>
  <Paragraphs>98</Paragraphs>
  <Slides>31</Slides>
  <Notes>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31</vt:i4>
      </vt:variant>
    </vt:vector>
  </HeadingPairs>
  <TitlesOfParts>
    <vt:vector size="38" baseType="lpstr">
      <vt:lpstr>Arial</vt:lpstr>
      <vt:lpstr>Calibri</vt:lpstr>
      <vt:lpstr>Tw Cen MT</vt:lpstr>
      <vt:lpstr>Tw Cen MT Condensed</vt:lpstr>
      <vt:lpstr>Wingdings</vt:lpstr>
      <vt:lpstr>Wingdings 3</vt:lpstr>
      <vt:lpstr>Intégral</vt:lpstr>
      <vt:lpstr>L’utilitarisme (suite)</vt:lpstr>
      <vt:lpstr>Récapitulation</vt:lpstr>
      <vt:lpstr>L’acte ou l’intention?</vt:lpstr>
      <vt:lpstr>Le calcul d’utilité</vt:lpstr>
      <vt:lpstr>Une éthique des conséquences </vt:lpstr>
      <vt:lpstr>pourrait-il être moral de sauver la vie d’un animal plutôt que celle d’un être humain dans la perspective utilitariste?</vt:lpstr>
      <vt:lpstr>Quels exemples pourrait-on donner dans lesquel de tels actes sont justifiés? </vt:lpstr>
      <vt:lpstr>Critique de L’utilitarisme</vt:lpstr>
      <vt:lpstr>Les droits contre l’utilité</vt:lpstr>
      <vt:lpstr>Les droits contre l’utilité</vt:lpstr>
      <vt:lpstr>Plusieurs critiques</vt:lpstr>
      <vt:lpstr>Solution possible : Remplacer l’utilitarisme de l’acte par l’utilitarisme de la règle</vt:lpstr>
      <vt:lpstr>Utilitarisme de la règle</vt:lpstr>
      <vt:lpstr>Utilitarisme de la règle</vt:lpstr>
      <vt:lpstr>Les automobiles intelligentes </vt:lpstr>
      <vt:lpstr>The moral machine experiment</vt:lpstr>
      <vt:lpstr>Qu’est-ce que l’IA devrait faire?</vt:lpstr>
      <vt:lpstr>Qu’est-ce que L’IA devrait faire?</vt:lpstr>
      <vt:lpstr>Qu’est-ce que L’IA devrait faire?</vt:lpstr>
      <vt:lpstr>Qu’est-ce que L’IA devrait faire?</vt:lpstr>
      <vt:lpstr>Est-ce que les préférences morales varient selon les cultures?</vt:lpstr>
      <vt:lpstr>Quelles sont les tendances les plus importantes?</vt:lpstr>
      <vt:lpstr>Les conclusions de l’expérience</vt:lpstr>
      <vt:lpstr>Présentation PowerPoint</vt:lpstr>
      <vt:lpstr>Le dilemme du tramway (Philippa Foot 1967)</vt:lpstr>
      <vt:lpstr>Devrions-nous actionner le levier?</vt:lpstr>
      <vt:lpstr>Devrions-nous pousser le monsieur?</vt:lpstr>
      <vt:lpstr>Le calcul des gouvernements durant le covid</vt:lpstr>
      <vt:lpstr>Un calcul compliqué</vt:lpstr>
      <vt:lpstr>Peter Singer et l’aide aux pays pauvre</vt:lpstr>
      <vt:lpstr>Exercice évalué 4 (5%)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L’utilitarisme (suite)</dc:title>
  <dc:creator>Alex Gagnon</dc:creator>
  <cp:lastModifiedBy>Antoine Néron</cp:lastModifiedBy>
  <cp:revision>19</cp:revision>
  <dcterms:created xsi:type="dcterms:W3CDTF">2021-10-28T20:25:03Z</dcterms:created>
  <dcterms:modified xsi:type="dcterms:W3CDTF">2023-02-16T15:35:41Z</dcterms:modified>
</cp:coreProperties>
</file>