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68" r:id="rId2"/>
    <p:sldMasterId id="2147483686" r:id="rId3"/>
    <p:sldMasterId id="2147483722" r:id="rId4"/>
  </p:sldMasterIdLst>
  <p:sldIdLst>
    <p:sldId id="256" r:id="rId5"/>
    <p:sldId id="263" r:id="rId6"/>
    <p:sldId id="264" r:id="rId7"/>
    <p:sldId id="274" r:id="rId8"/>
    <p:sldId id="280" r:id="rId9"/>
    <p:sldId id="265" r:id="rId10"/>
    <p:sldId id="257" r:id="rId11"/>
    <p:sldId id="272" r:id="rId12"/>
    <p:sldId id="267" r:id="rId13"/>
    <p:sldId id="258" r:id="rId14"/>
    <p:sldId id="282" r:id="rId15"/>
    <p:sldId id="260" r:id="rId16"/>
    <p:sldId id="262" r:id="rId17"/>
    <p:sldId id="269" r:id="rId18"/>
    <p:sldId id="259" r:id="rId19"/>
    <p:sldId id="270" r:id="rId20"/>
    <p:sldId id="261" r:id="rId21"/>
    <p:sldId id="275" r:id="rId22"/>
    <p:sldId id="279" r:id="rId23"/>
    <p:sldId id="276" r:id="rId24"/>
    <p:sldId id="271" r:id="rId25"/>
    <p:sldId id="273" r:id="rId26"/>
    <p:sldId id="266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3BE456-3789-4EA4-A036-3C378234B84E}" v="99" dt="2021-09-17T03:42:20.2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68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63CDD5-CCB2-4580-973C-0060CE234B4F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80EC3E6F-112D-42D0-8340-37C010F11C95}">
      <dgm:prSet/>
      <dgm:spPr/>
      <dgm:t>
        <a:bodyPr/>
        <a:lstStyle/>
        <a:p>
          <a:r>
            <a:rPr lang="fr-CA"/>
            <a:t>Votre nom et votre origine</a:t>
          </a:r>
          <a:endParaRPr lang="en-US"/>
        </a:p>
      </dgm:t>
    </dgm:pt>
    <dgm:pt modelId="{0B8A0221-1751-4046-9832-F382AA69F4B3}" type="parTrans" cxnId="{353E7037-4E2E-4468-AD69-7352ADDDD78E}">
      <dgm:prSet/>
      <dgm:spPr/>
      <dgm:t>
        <a:bodyPr/>
        <a:lstStyle/>
        <a:p>
          <a:endParaRPr lang="en-US"/>
        </a:p>
      </dgm:t>
    </dgm:pt>
    <dgm:pt modelId="{491C749F-8740-4A7E-9E70-3BA9947089A1}" type="sibTrans" cxnId="{353E7037-4E2E-4468-AD69-7352ADDDD78E}">
      <dgm:prSet/>
      <dgm:spPr/>
      <dgm:t>
        <a:bodyPr/>
        <a:lstStyle/>
        <a:p>
          <a:endParaRPr lang="en-US"/>
        </a:p>
      </dgm:t>
    </dgm:pt>
    <dgm:pt modelId="{F722B4A6-5C53-4E32-9FBB-90FF220B37F7}">
      <dgm:prSet/>
      <dgm:spPr/>
      <dgm:t>
        <a:bodyPr/>
        <a:lstStyle/>
        <a:p>
          <a:r>
            <a:rPr lang="fr-CA" dirty="0"/>
            <a:t>Une de vos passions ou hobby</a:t>
          </a:r>
          <a:endParaRPr lang="en-US" dirty="0"/>
        </a:p>
      </dgm:t>
    </dgm:pt>
    <dgm:pt modelId="{DA59F0D5-14C1-4B06-9B34-24D9E711065B}" type="parTrans" cxnId="{C70D0B9F-1A68-4257-8883-ECCC186E464C}">
      <dgm:prSet/>
      <dgm:spPr/>
      <dgm:t>
        <a:bodyPr/>
        <a:lstStyle/>
        <a:p>
          <a:endParaRPr lang="en-US"/>
        </a:p>
      </dgm:t>
    </dgm:pt>
    <dgm:pt modelId="{D4A9418B-F35F-4B35-B00F-25699334557F}" type="sibTrans" cxnId="{C70D0B9F-1A68-4257-8883-ECCC186E464C}">
      <dgm:prSet/>
      <dgm:spPr/>
      <dgm:t>
        <a:bodyPr/>
        <a:lstStyle/>
        <a:p>
          <a:endParaRPr lang="en-US"/>
        </a:p>
      </dgm:t>
    </dgm:pt>
    <dgm:pt modelId="{F6A0FF1F-8D54-47DA-8E73-E3C007DCEF36}">
      <dgm:prSet/>
      <dgm:spPr/>
      <dgm:t>
        <a:bodyPr/>
        <a:lstStyle/>
        <a:p>
          <a:r>
            <a:rPr lang="fr-CA" dirty="0"/>
            <a:t>Une expérience au Québec (bonne ou mauvaise)</a:t>
          </a:r>
          <a:endParaRPr lang="en-US" dirty="0"/>
        </a:p>
      </dgm:t>
    </dgm:pt>
    <dgm:pt modelId="{144E144C-C09A-4028-8907-2925D9878101}" type="parTrans" cxnId="{38C57CDE-5508-43A4-B687-FCA2DA4D1FC1}">
      <dgm:prSet/>
      <dgm:spPr/>
      <dgm:t>
        <a:bodyPr/>
        <a:lstStyle/>
        <a:p>
          <a:endParaRPr lang="en-US"/>
        </a:p>
      </dgm:t>
    </dgm:pt>
    <dgm:pt modelId="{003579E5-3279-46B6-9CA7-4DAF7DDDF3AA}" type="sibTrans" cxnId="{38C57CDE-5508-43A4-B687-FCA2DA4D1FC1}">
      <dgm:prSet/>
      <dgm:spPr/>
      <dgm:t>
        <a:bodyPr/>
        <a:lstStyle/>
        <a:p>
          <a:endParaRPr lang="en-US"/>
        </a:p>
      </dgm:t>
    </dgm:pt>
    <dgm:pt modelId="{96126B26-0381-4AE8-B329-930A9F8B8103}" type="pres">
      <dgm:prSet presAssocID="{1B63CDD5-CCB2-4580-973C-0060CE234B4F}" presName="vert0" presStyleCnt="0">
        <dgm:presLayoutVars>
          <dgm:dir/>
          <dgm:animOne val="branch"/>
          <dgm:animLvl val="lvl"/>
        </dgm:presLayoutVars>
      </dgm:prSet>
      <dgm:spPr/>
    </dgm:pt>
    <dgm:pt modelId="{A9118365-95F8-473F-B5EF-FE3C0FC19DF4}" type="pres">
      <dgm:prSet presAssocID="{80EC3E6F-112D-42D0-8340-37C010F11C95}" presName="thickLine" presStyleLbl="alignNode1" presStyleIdx="0" presStyleCnt="3"/>
      <dgm:spPr/>
    </dgm:pt>
    <dgm:pt modelId="{928313C0-6E8E-4587-8BB4-8E47E9BA7BD4}" type="pres">
      <dgm:prSet presAssocID="{80EC3E6F-112D-42D0-8340-37C010F11C95}" presName="horz1" presStyleCnt="0"/>
      <dgm:spPr/>
    </dgm:pt>
    <dgm:pt modelId="{4A4BE049-56F8-401C-94E3-D5AA23B141B7}" type="pres">
      <dgm:prSet presAssocID="{80EC3E6F-112D-42D0-8340-37C010F11C95}" presName="tx1" presStyleLbl="revTx" presStyleIdx="0" presStyleCnt="3"/>
      <dgm:spPr/>
    </dgm:pt>
    <dgm:pt modelId="{9C31724E-5076-40C4-8442-E8575AC2E0D5}" type="pres">
      <dgm:prSet presAssocID="{80EC3E6F-112D-42D0-8340-37C010F11C95}" presName="vert1" presStyleCnt="0"/>
      <dgm:spPr/>
    </dgm:pt>
    <dgm:pt modelId="{1E0AC90F-5069-4B69-A08B-F8126A2FE9E6}" type="pres">
      <dgm:prSet presAssocID="{F722B4A6-5C53-4E32-9FBB-90FF220B37F7}" presName="thickLine" presStyleLbl="alignNode1" presStyleIdx="1" presStyleCnt="3"/>
      <dgm:spPr/>
    </dgm:pt>
    <dgm:pt modelId="{F836D0E0-EDD5-4B80-A6CB-A0D3255CF71C}" type="pres">
      <dgm:prSet presAssocID="{F722B4A6-5C53-4E32-9FBB-90FF220B37F7}" presName="horz1" presStyleCnt="0"/>
      <dgm:spPr/>
    </dgm:pt>
    <dgm:pt modelId="{BE98AC63-1F30-452E-86C9-38B102AD533A}" type="pres">
      <dgm:prSet presAssocID="{F722B4A6-5C53-4E32-9FBB-90FF220B37F7}" presName="tx1" presStyleLbl="revTx" presStyleIdx="1" presStyleCnt="3"/>
      <dgm:spPr/>
    </dgm:pt>
    <dgm:pt modelId="{29C0945A-0278-456C-BCDB-55B5215580A2}" type="pres">
      <dgm:prSet presAssocID="{F722B4A6-5C53-4E32-9FBB-90FF220B37F7}" presName="vert1" presStyleCnt="0"/>
      <dgm:spPr/>
    </dgm:pt>
    <dgm:pt modelId="{C9695B82-C563-4FF5-8D2A-0557AF7244B6}" type="pres">
      <dgm:prSet presAssocID="{F6A0FF1F-8D54-47DA-8E73-E3C007DCEF36}" presName="thickLine" presStyleLbl="alignNode1" presStyleIdx="2" presStyleCnt="3"/>
      <dgm:spPr/>
    </dgm:pt>
    <dgm:pt modelId="{6CEB0F37-AC2B-4D5E-81C7-B92F68139EF7}" type="pres">
      <dgm:prSet presAssocID="{F6A0FF1F-8D54-47DA-8E73-E3C007DCEF36}" presName="horz1" presStyleCnt="0"/>
      <dgm:spPr/>
    </dgm:pt>
    <dgm:pt modelId="{69C3CF19-A0A5-49FF-BF7F-8258E9341B62}" type="pres">
      <dgm:prSet presAssocID="{F6A0FF1F-8D54-47DA-8E73-E3C007DCEF36}" presName="tx1" presStyleLbl="revTx" presStyleIdx="2" presStyleCnt="3"/>
      <dgm:spPr/>
    </dgm:pt>
    <dgm:pt modelId="{22751B0A-CF32-4A76-94D6-592640E6BF2B}" type="pres">
      <dgm:prSet presAssocID="{F6A0FF1F-8D54-47DA-8E73-E3C007DCEF36}" presName="vert1" presStyleCnt="0"/>
      <dgm:spPr/>
    </dgm:pt>
  </dgm:ptLst>
  <dgm:cxnLst>
    <dgm:cxn modelId="{926DE11D-DF57-4D24-8955-F32BADB5A844}" type="presOf" srcId="{1B63CDD5-CCB2-4580-973C-0060CE234B4F}" destId="{96126B26-0381-4AE8-B329-930A9F8B8103}" srcOrd="0" destOrd="0" presId="urn:microsoft.com/office/officeart/2008/layout/LinedList"/>
    <dgm:cxn modelId="{353E7037-4E2E-4468-AD69-7352ADDDD78E}" srcId="{1B63CDD5-CCB2-4580-973C-0060CE234B4F}" destId="{80EC3E6F-112D-42D0-8340-37C010F11C95}" srcOrd="0" destOrd="0" parTransId="{0B8A0221-1751-4046-9832-F382AA69F4B3}" sibTransId="{491C749F-8740-4A7E-9E70-3BA9947089A1}"/>
    <dgm:cxn modelId="{EC712D81-4B1C-4478-A50B-36CEB99A734C}" type="presOf" srcId="{80EC3E6F-112D-42D0-8340-37C010F11C95}" destId="{4A4BE049-56F8-401C-94E3-D5AA23B141B7}" srcOrd="0" destOrd="0" presId="urn:microsoft.com/office/officeart/2008/layout/LinedList"/>
    <dgm:cxn modelId="{C70D0B9F-1A68-4257-8883-ECCC186E464C}" srcId="{1B63CDD5-CCB2-4580-973C-0060CE234B4F}" destId="{F722B4A6-5C53-4E32-9FBB-90FF220B37F7}" srcOrd="1" destOrd="0" parTransId="{DA59F0D5-14C1-4B06-9B34-24D9E711065B}" sibTransId="{D4A9418B-F35F-4B35-B00F-25699334557F}"/>
    <dgm:cxn modelId="{0F63ADA7-0927-482A-B52A-E04511D3D887}" type="presOf" srcId="{F722B4A6-5C53-4E32-9FBB-90FF220B37F7}" destId="{BE98AC63-1F30-452E-86C9-38B102AD533A}" srcOrd="0" destOrd="0" presId="urn:microsoft.com/office/officeart/2008/layout/LinedList"/>
    <dgm:cxn modelId="{1A361CD4-50EC-4040-B0A6-4630EFEA2B0C}" type="presOf" srcId="{F6A0FF1F-8D54-47DA-8E73-E3C007DCEF36}" destId="{69C3CF19-A0A5-49FF-BF7F-8258E9341B62}" srcOrd="0" destOrd="0" presId="urn:microsoft.com/office/officeart/2008/layout/LinedList"/>
    <dgm:cxn modelId="{38C57CDE-5508-43A4-B687-FCA2DA4D1FC1}" srcId="{1B63CDD5-CCB2-4580-973C-0060CE234B4F}" destId="{F6A0FF1F-8D54-47DA-8E73-E3C007DCEF36}" srcOrd="2" destOrd="0" parTransId="{144E144C-C09A-4028-8907-2925D9878101}" sibTransId="{003579E5-3279-46B6-9CA7-4DAF7DDDF3AA}"/>
    <dgm:cxn modelId="{4D6E9F2D-63DF-4278-B346-2D6C81D817E8}" type="presParOf" srcId="{96126B26-0381-4AE8-B329-930A9F8B8103}" destId="{A9118365-95F8-473F-B5EF-FE3C0FC19DF4}" srcOrd="0" destOrd="0" presId="urn:microsoft.com/office/officeart/2008/layout/LinedList"/>
    <dgm:cxn modelId="{306AB9DC-06E5-4EBB-BB30-FE9BB6457FEB}" type="presParOf" srcId="{96126B26-0381-4AE8-B329-930A9F8B8103}" destId="{928313C0-6E8E-4587-8BB4-8E47E9BA7BD4}" srcOrd="1" destOrd="0" presId="urn:microsoft.com/office/officeart/2008/layout/LinedList"/>
    <dgm:cxn modelId="{D5DEBD6A-9366-486B-8EEE-0B6ED18B08B9}" type="presParOf" srcId="{928313C0-6E8E-4587-8BB4-8E47E9BA7BD4}" destId="{4A4BE049-56F8-401C-94E3-D5AA23B141B7}" srcOrd="0" destOrd="0" presId="urn:microsoft.com/office/officeart/2008/layout/LinedList"/>
    <dgm:cxn modelId="{77A6B912-1B38-4927-B92C-73CFAC14829F}" type="presParOf" srcId="{928313C0-6E8E-4587-8BB4-8E47E9BA7BD4}" destId="{9C31724E-5076-40C4-8442-E8575AC2E0D5}" srcOrd="1" destOrd="0" presId="urn:microsoft.com/office/officeart/2008/layout/LinedList"/>
    <dgm:cxn modelId="{210E4007-F948-46B3-9D46-2B87E6235877}" type="presParOf" srcId="{96126B26-0381-4AE8-B329-930A9F8B8103}" destId="{1E0AC90F-5069-4B69-A08B-F8126A2FE9E6}" srcOrd="2" destOrd="0" presId="urn:microsoft.com/office/officeart/2008/layout/LinedList"/>
    <dgm:cxn modelId="{6406043D-E151-42C0-AECE-4111B39E39E3}" type="presParOf" srcId="{96126B26-0381-4AE8-B329-930A9F8B8103}" destId="{F836D0E0-EDD5-4B80-A6CB-A0D3255CF71C}" srcOrd="3" destOrd="0" presId="urn:microsoft.com/office/officeart/2008/layout/LinedList"/>
    <dgm:cxn modelId="{5D6FAD7B-4BA9-48FA-9BB9-D56D264F7730}" type="presParOf" srcId="{F836D0E0-EDD5-4B80-A6CB-A0D3255CF71C}" destId="{BE98AC63-1F30-452E-86C9-38B102AD533A}" srcOrd="0" destOrd="0" presId="urn:microsoft.com/office/officeart/2008/layout/LinedList"/>
    <dgm:cxn modelId="{21EE8A3B-829E-4696-B275-2C0B5D6A5F27}" type="presParOf" srcId="{F836D0E0-EDD5-4B80-A6CB-A0D3255CF71C}" destId="{29C0945A-0278-456C-BCDB-55B5215580A2}" srcOrd="1" destOrd="0" presId="urn:microsoft.com/office/officeart/2008/layout/LinedList"/>
    <dgm:cxn modelId="{9058F559-3DF2-4668-B1FC-9C18CE8651E2}" type="presParOf" srcId="{96126B26-0381-4AE8-B329-930A9F8B8103}" destId="{C9695B82-C563-4FF5-8D2A-0557AF7244B6}" srcOrd="4" destOrd="0" presId="urn:microsoft.com/office/officeart/2008/layout/LinedList"/>
    <dgm:cxn modelId="{41A3BDCE-E817-4D99-93B9-0F9FCAD78BC6}" type="presParOf" srcId="{96126B26-0381-4AE8-B329-930A9F8B8103}" destId="{6CEB0F37-AC2B-4D5E-81C7-B92F68139EF7}" srcOrd="5" destOrd="0" presId="urn:microsoft.com/office/officeart/2008/layout/LinedList"/>
    <dgm:cxn modelId="{F6587B7A-A160-4F9B-AAA4-FFA2A6888928}" type="presParOf" srcId="{6CEB0F37-AC2B-4D5E-81C7-B92F68139EF7}" destId="{69C3CF19-A0A5-49FF-BF7F-8258E9341B62}" srcOrd="0" destOrd="0" presId="urn:microsoft.com/office/officeart/2008/layout/LinedList"/>
    <dgm:cxn modelId="{675CFAC0-7E3B-48FC-989A-83FF33A35340}" type="presParOf" srcId="{6CEB0F37-AC2B-4D5E-81C7-B92F68139EF7}" destId="{22751B0A-CF32-4A76-94D6-592640E6BF2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118365-95F8-473F-B5EF-FE3C0FC19DF4}">
      <dsp:nvSpPr>
        <dsp:cNvPr id="0" name=""/>
        <dsp:cNvSpPr/>
      </dsp:nvSpPr>
      <dsp:spPr>
        <a:xfrm>
          <a:off x="0" y="2077"/>
          <a:ext cx="6692748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A4BE049-56F8-401C-94E3-D5AA23B141B7}">
      <dsp:nvSpPr>
        <dsp:cNvPr id="0" name=""/>
        <dsp:cNvSpPr/>
      </dsp:nvSpPr>
      <dsp:spPr>
        <a:xfrm>
          <a:off x="0" y="2077"/>
          <a:ext cx="6692748" cy="14169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4300" kern="1200"/>
            <a:t>Votre nom et votre origine</a:t>
          </a:r>
          <a:endParaRPr lang="en-US" sz="4300" kern="1200"/>
        </a:p>
      </dsp:txBody>
      <dsp:txXfrm>
        <a:off x="0" y="2077"/>
        <a:ext cx="6692748" cy="1416956"/>
      </dsp:txXfrm>
    </dsp:sp>
    <dsp:sp modelId="{1E0AC90F-5069-4B69-A08B-F8126A2FE9E6}">
      <dsp:nvSpPr>
        <dsp:cNvPr id="0" name=""/>
        <dsp:cNvSpPr/>
      </dsp:nvSpPr>
      <dsp:spPr>
        <a:xfrm>
          <a:off x="0" y="1419033"/>
          <a:ext cx="6692748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E98AC63-1F30-452E-86C9-38B102AD533A}">
      <dsp:nvSpPr>
        <dsp:cNvPr id="0" name=""/>
        <dsp:cNvSpPr/>
      </dsp:nvSpPr>
      <dsp:spPr>
        <a:xfrm>
          <a:off x="0" y="1419033"/>
          <a:ext cx="6692748" cy="14169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4300" kern="1200" dirty="0"/>
            <a:t>Une de vos passions ou hobby</a:t>
          </a:r>
          <a:endParaRPr lang="en-US" sz="4300" kern="1200" dirty="0"/>
        </a:p>
      </dsp:txBody>
      <dsp:txXfrm>
        <a:off x="0" y="1419033"/>
        <a:ext cx="6692748" cy="1416956"/>
      </dsp:txXfrm>
    </dsp:sp>
    <dsp:sp modelId="{C9695B82-C563-4FF5-8D2A-0557AF7244B6}">
      <dsp:nvSpPr>
        <dsp:cNvPr id="0" name=""/>
        <dsp:cNvSpPr/>
      </dsp:nvSpPr>
      <dsp:spPr>
        <a:xfrm>
          <a:off x="0" y="2835990"/>
          <a:ext cx="6692748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9C3CF19-A0A5-49FF-BF7F-8258E9341B62}">
      <dsp:nvSpPr>
        <dsp:cNvPr id="0" name=""/>
        <dsp:cNvSpPr/>
      </dsp:nvSpPr>
      <dsp:spPr>
        <a:xfrm>
          <a:off x="0" y="2835990"/>
          <a:ext cx="6692748" cy="14169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4300" kern="1200" dirty="0"/>
            <a:t>Une expérience au Québec (bonne ou mauvaise)</a:t>
          </a:r>
          <a:endParaRPr lang="en-US" sz="4300" kern="1200" dirty="0"/>
        </a:p>
      </dsp:txBody>
      <dsp:txXfrm>
        <a:off x="0" y="2835990"/>
        <a:ext cx="6692748" cy="14169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809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550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230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384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411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7186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997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6603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776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446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7985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52482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6721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6280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3026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4648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8298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4124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48341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3912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2124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3780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921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0850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7595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8254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2143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8593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6967357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27246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691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6539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26225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56403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99657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17529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3355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23301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16701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22398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70967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995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26913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42497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3400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205747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1438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1025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28844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977222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6142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48931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887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19250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86961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70476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31532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41329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9007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92229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214319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8296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748551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9267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75024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51993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85279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062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4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1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17776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5213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3210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3449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77800" dist="38100" dir="2700000" algn="tl">
              <a:srgbClr val="000000">
                <a:alpha val="24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9AD611-BE13-4A87-9B0C-DA778F1E8F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CA" dirty="0"/>
              <a:t>Éthique et société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B422EEF-D9BC-4180-B758-FBDE096923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A" dirty="0"/>
              <a:t>Cours 103</a:t>
            </a:r>
          </a:p>
        </p:txBody>
      </p:sp>
    </p:spTree>
    <p:extLst>
      <p:ext uri="{BB962C8B-B14F-4D97-AF65-F5344CB8AC3E}">
        <p14:creationId xmlns:p14="http://schemas.microsoft.com/office/powerpoint/2010/main" val="4172693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4B9C16B-AC4A-44ED-9075-F76549B46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2A2FEB6-F419-4684-9ABC-9E32E012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100" y="-11384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21E24A15-28D6-4CEB-9268-0BB0BEEAF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4345933F-9633-4510-90E1-08B0E2A19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C68A48FB-1BE4-4053-A76F-5A5511BA0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8149777B-6A9F-4C95-BF44-F96464507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0654845E-622A-4AD3-8F3A-6E1DEAB5F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DF1C0739-3D08-4C83-857E-B0724A6E8C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D235EAA0-7D5A-453A-9643-EE7A4954E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94C6FB7C-72DE-42DE-8F58-CCE9B8F55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FE31E0FE-EC8D-4EA7-BD9D-02F8C54F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69FE4B12-13E0-48F9-9E18-66406B8D3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87FAADC3-B321-43EE-B8F3-2842D84098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Line 16">
              <a:extLst>
                <a:ext uri="{FF2B5EF4-FFF2-40B4-BE49-F238E27FC236}">
                  <a16:creationId xmlns:a16="http://schemas.microsoft.com/office/drawing/2014/main" id="{90461464-1683-402F-A72B-8558CC6777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70F594E7-32D0-45B9-A3CF-636CF6FCB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8AEF60E1-26C2-4E3C-B839-347DDD23C3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792FE54B-EE9D-4E57-B6BC-6A9196BE8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72BE56DF-619D-463E-8F88-CABA09DA8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Rectangle 21">
              <a:extLst>
                <a:ext uri="{FF2B5EF4-FFF2-40B4-BE49-F238E27FC236}">
                  <a16:creationId xmlns:a16="http://schemas.microsoft.com/office/drawing/2014/main" id="{C7430457-1935-4BBF-A6A7-7C3125A02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BB006150-E547-4E84-A2B1-59131F3D5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>
              <a:extLst>
                <a:ext uri="{FF2B5EF4-FFF2-40B4-BE49-F238E27FC236}">
                  <a16:creationId xmlns:a16="http://schemas.microsoft.com/office/drawing/2014/main" id="{5A8CD074-956B-41A4-870B-001554B69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>
              <a:extLst>
                <a:ext uri="{FF2B5EF4-FFF2-40B4-BE49-F238E27FC236}">
                  <a16:creationId xmlns:a16="http://schemas.microsoft.com/office/drawing/2014/main" id="{070C253B-974E-459F-AD0B-7057224828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>
              <a:extLst>
                <a:ext uri="{FF2B5EF4-FFF2-40B4-BE49-F238E27FC236}">
                  <a16:creationId xmlns:a16="http://schemas.microsoft.com/office/drawing/2014/main" id="{BBC07B3D-A631-44EA-861A-7D80383A10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>
              <a:extLst>
                <a:ext uri="{FF2B5EF4-FFF2-40B4-BE49-F238E27FC236}">
                  <a16:creationId xmlns:a16="http://schemas.microsoft.com/office/drawing/2014/main" id="{32039DC6-B4CF-4A5A-8D17-3A568D125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>
              <a:extLst>
                <a:ext uri="{FF2B5EF4-FFF2-40B4-BE49-F238E27FC236}">
                  <a16:creationId xmlns:a16="http://schemas.microsoft.com/office/drawing/2014/main" id="{99E0C81F-5D8D-4AF8-BDE5-4DF75868F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0D946680-855C-41EC-BBA2-61F6F776E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E6FAD9E8-6E13-45A0-A5D6-8BCAD27B4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0CCBC8FA-0581-454F-9FD1-6B6102A1A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5D6C328F-65A5-41E8-86E9-E4E638CC3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pic>
        <p:nvPicPr>
          <p:cNvPr id="40" name="Picture 2">
            <a:extLst>
              <a:ext uri="{FF2B5EF4-FFF2-40B4-BE49-F238E27FC236}">
                <a16:creationId xmlns:a16="http://schemas.microsoft.com/office/drawing/2014/main" id="{3E94A106-9341-485C-9057-9D62B2BD0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:dgm="http://schemas.openxmlformats.org/drawingml/2006/diagram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B53044DC-4918-43DA-B49D-91673C6C9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DCE6B36-1420-43AB-86CF-4E653A51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90" y="-9998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45" name="Rectangle 5">
              <a:extLst>
                <a:ext uri="{FF2B5EF4-FFF2-40B4-BE49-F238E27FC236}">
                  <a16:creationId xmlns:a16="http://schemas.microsoft.com/office/drawing/2014/main" id="{72626E0B-9628-468E-A713-011C02F60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6" name="Freeform 6">
              <a:extLst>
                <a:ext uri="{FF2B5EF4-FFF2-40B4-BE49-F238E27FC236}">
                  <a16:creationId xmlns:a16="http://schemas.microsoft.com/office/drawing/2014/main" id="{93F7977A-BD91-4B0D-9A8D-372DB67AD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7">
              <a:extLst>
                <a:ext uri="{FF2B5EF4-FFF2-40B4-BE49-F238E27FC236}">
                  <a16:creationId xmlns:a16="http://schemas.microsoft.com/office/drawing/2014/main" id="{9FEE6A56-01A1-404D-864E-1C2587C9A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8">
              <a:extLst>
                <a:ext uri="{FF2B5EF4-FFF2-40B4-BE49-F238E27FC236}">
                  <a16:creationId xmlns:a16="http://schemas.microsoft.com/office/drawing/2014/main" id="{E74DBBF2-EF6F-4E3E-B183-F8EEE7609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9">
              <a:extLst>
                <a:ext uri="{FF2B5EF4-FFF2-40B4-BE49-F238E27FC236}">
                  <a16:creationId xmlns:a16="http://schemas.microsoft.com/office/drawing/2014/main" id="{ABCF0F27-B056-474C-A0FB-1DB747A92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0A0A5B7B-BA2A-45CC-AABE-9D5B08A5D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11">
              <a:extLst>
                <a:ext uri="{FF2B5EF4-FFF2-40B4-BE49-F238E27FC236}">
                  <a16:creationId xmlns:a16="http://schemas.microsoft.com/office/drawing/2014/main" id="{3C9A5D2B-1787-4954-9108-B9D497A87C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818C4F8B-7556-49A7-83C6-C8F631F6A9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22BED614-D078-47EA-9C72-190217FDD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73DE0BF2-86D7-4038-AC4B-AF0F116A5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15">
              <a:extLst>
                <a:ext uri="{FF2B5EF4-FFF2-40B4-BE49-F238E27FC236}">
                  <a16:creationId xmlns:a16="http://schemas.microsoft.com/office/drawing/2014/main" id="{11D8BB55-D027-420C-9EF9-49B3BA79D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Line 16">
              <a:extLst>
                <a:ext uri="{FF2B5EF4-FFF2-40B4-BE49-F238E27FC236}">
                  <a16:creationId xmlns:a16="http://schemas.microsoft.com/office/drawing/2014/main" id="{3FAEF5CE-07ED-46A7-9777-D86C70719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7" name="Freeform 17">
              <a:extLst>
                <a:ext uri="{FF2B5EF4-FFF2-40B4-BE49-F238E27FC236}">
                  <a16:creationId xmlns:a16="http://schemas.microsoft.com/office/drawing/2014/main" id="{29CAFB1A-357C-4313-B734-1CD4E4F9D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18">
              <a:extLst>
                <a:ext uri="{FF2B5EF4-FFF2-40B4-BE49-F238E27FC236}">
                  <a16:creationId xmlns:a16="http://schemas.microsoft.com/office/drawing/2014/main" id="{653161D3-8634-4BB7-A2BC-028C4EAA1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19">
              <a:extLst>
                <a:ext uri="{FF2B5EF4-FFF2-40B4-BE49-F238E27FC236}">
                  <a16:creationId xmlns:a16="http://schemas.microsoft.com/office/drawing/2014/main" id="{9537546A-6FF1-408B-AFE2-BBF7D3482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20">
              <a:extLst>
                <a:ext uri="{FF2B5EF4-FFF2-40B4-BE49-F238E27FC236}">
                  <a16:creationId xmlns:a16="http://schemas.microsoft.com/office/drawing/2014/main" id="{F73EE662-79B7-404B-B1B8-0E096BE4C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Rectangle 21">
              <a:extLst>
                <a:ext uri="{FF2B5EF4-FFF2-40B4-BE49-F238E27FC236}">
                  <a16:creationId xmlns:a16="http://schemas.microsoft.com/office/drawing/2014/main" id="{B6DDB906-1F52-4D64-8493-4816EDDD3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2" name="Freeform 22">
              <a:extLst>
                <a:ext uri="{FF2B5EF4-FFF2-40B4-BE49-F238E27FC236}">
                  <a16:creationId xmlns:a16="http://schemas.microsoft.com/office/drawing/2014/main" id="{4FA472A5-ABEA-4961-897B-7EB96AF09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23">
              <a:extLst>
                <a:ext uri="{FF2B5EF4-FFF2-40B4-BE49-F238E27FC236}">
                  <a16:creationId xmlns:a16="http://schemas.microsoft.com/office/drawing/2014/main" id="{54226E99-C38F-4456-A1F8-8897483FD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24">
              <a:extLst>
                <a:ext uri="{FF2B5EF4-FFF2-40B4-BE49-F238E27FC236}">
                  <a16:creationId xmlns:a16="http://schemas.microsoft.com/office/drawing/2014/main" id="{0A4A0196-A383-4629-B9A5-9C87E846C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25">
              <a:extLst>
                <a:ext uri="{FF2B5EF4-FFF2-40B4-BE49-F238E27FC236}">
                  <a16:creationId xmlns:a16="http://schemas.microsoft.com/office/drawing/2014/main" id="{BA5E608D-2E7B-4662-A9A0-18D4E0F0D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6" name="Freeform 26">
              <a:extLst>
                <a:ext uri="{FF2B5EF4-FFF2-40B4-BE49-F238E27FC236}">
                  <a16:creationId xmlns:a16="http://schemas.microsoft.com/office/drawing/2014/main" id="{5E211F37-790F-4BD7-B055-022AE0C2E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7" name="Freeform 27">
              <a:extLst>
                <a:ext uri="{FF2B5EF4-FFF2-40B4-BE49-F238E27FC236}">
                  <a16:creationId xmlns:a16="http://schemas.microsoft.com/office/drawing/2014/main" id="{96F375D0-232A-490A-9499-CB5FBA3F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8" name="Freeform 28">
              <a:extLst>
                <a:ext uri="{FF2B5EF4-FFF2-40B4-BE49-F238E27FC236}">
                  <a16:creationId xmlns:a16="http://schemas.microsoft.com/office/drawing/2014/main" id="{6B33B423-FD0F-4780-A0D6-32FC040B3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29">
              <a:extLst>
                <a:ext uri="{FF2B5EF4-FFF2-40B4-BE49-F238E27FC236}">
                  <a16:creationId xmlns:a16="http://schemas.microsoft.com/office/drawing/2014/main" id="{B6BD1710-838F-4CDD-A000-C6C710A6A0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Freeform 30">
              <a:extLst>
                <a:ext uri="{FF2B5EF4-FFF2-40B4-BE49-F238E27FC236}">
                  <a16:creationId xmlns:a16="http://schemas.microsoft.com/office/drawing/2014/main" id="{0BB93533-1C95-4B0A-B0E2-168602B08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1" name="Freeform 31">
              <a:extLst>
                <a:ext uri="{FF2B5EF4-FFF2-40B4-BE49-F238E27FC236}">
                  <a16:creationId xmlns:a16="http://schemas.microsoft.com/office/drawing/2014/main" id="{CB0B113D-1987-4D89-A475-511E092FE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pic>
        <p:nvPicPr>
          <p:cNvPr id="73" name="Picture 2">
            <a:extLst>
              <a:ext uri="{FF2B5EF4-FFF2-40B4-BE49-F238E27FC236}">
                <a16:creationId xmlns:a16="http://schemas.microsoft.com/office/drawing/2014/main" id="{9BE36DBF-0333-4D36-A5BF-81FDA2406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13238"/>
            <a:ext cx="4062718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dgm="http://schemas.openxmlformats.org/drawingml/2006/diagram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B9E8C997-6027-424C-9FD2-C9F2D297E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650" y="1134681"/>
            <a:ext cx="3545476" cy="4255025"/>
          </a:xfrm>
        </p:spPr>
        <p:txBody>
          <a:bodyPr>
            <a:normAutofit/>
          </a:bodyPr>
          <a:lstStyle/>
          <a:p>
            <a:r>
              <a:rPr lang="fr-CA" sz="4000" dirty="0">
                <a:solidFill>
                  <a:srgbClr val="FFFFFF"/>
                </a:solidFill>
              </a:rPr>
              <a:t>Présentations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CC769419-0690-41FB-80D3-E4122D5FD4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5033932"/>
              </p:ext>
            </p:extLst>
          </p:nvPr>
        </p:nvGraphicFramePr>
        <p:xfrm>
          <a:off x="4662189" y="1134682"/>
          <a:ext cx="6692748" cy="4255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892567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8000"/>
                <a:hueMod val="94000"/>
                <a:satMod val="148000"/>
                <a:lumMod val="150000"/>
              </a:schemeClr>
            </a:gs>
            <a:gs pos="100000">
              <a:schemeClr val="bg1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1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3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9BE10567-6165-46A7-867D-4690A16B4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66" name="Rectangle 65">
              <a:extLst>
                <a:ext uri="{FF2B5EF4-FFF2-40B4-BE49-F238E27FC236}">
                  <a16:creationId xmlns:a16="http://schemas.microsoft.com/office/drawing/2014/main" id="{0F4DB1F4-429C-4C85-85D7-C4D81996D3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Picture 2">
              <a:extLst>
                <a:ext uri="{FF2B5EF4-FFF2-40B4-BE49-F238E27FC236}">
                  <a16:creationId xmlns:a16="http://schemas.microsoft.com/office/drawing/2014/main" id="{159C0DA6-71D9-4C96-A774-7FADF5E0A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:p14="http://schemas.microsoft.com/office/powerpoint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9" name="Round Diagonal Corner Rectangle 7">
            <a:extLst>
              <a:ext uri="{FF2B5EF4-FFF2-40B4-BE49-F238E27FC236}">
                <a16:creationId xmlns:a16="http://schemas.microsoft.com/office/drawing/2014/main" id="{4B24F6DB-F114-44A7-BB56-D401884E4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82333" y="2235200"/>
            <a:ext cx="7027334" cy="2396067"/>
          </a:xfrm>
          <a:prstGeom prst="round2DiagRect">
            <a:avLst>
              <a:gd name="adj1" fmla="val 9246"/>
              <a:gd name="adj2" fmla="val 0"/>
            </a:avLst>
          </a:prstGeom>
          <a:solidFill>
            <a:srgbClr val="000000">
              <a:alpha val="80000"/>
            </a:srgbClr>
          </a:solidFill>
          <a:ln w="19050" cap="sq">
            <a:solidFill>
              <a:schemeClr val="tx2"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DB50ECD-225E-4F81-AF7B-706DD05F3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5895" y="2900097"/>
            <a:ext cx="10982062" cy="1211524"/>
            <a:chOff x="605895" y="2900097"/>
            <a:chExt cx="10982062" cy="1211524"/>
          </a:xfrm>
          <a:effectLst/>
        </p:grpSpPr>
        <p:sp>
          <p:nvSpPr>
            <p:cNvPr id="72" name="Freeform 32">
              <a:extLst>
                <a:ext uri="{FF2B5EF4-FFF2-40B4-BE49-F238E27FC236}">
                  <a16:creationId xmlns:a16="http://schemas.microsoft.com/office/drawing/2014/main" id="{CBC3B006-1357-4969-BC3D-CDD91E492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9653587" y="33797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3" name="Freeform 33">
              <a:extLst>
                <a:ext uri="{FF2B5EF4-FFF2-40B4-BE49-F238E27FC236}">
                  <a16:creationId xmlns:a16="http://schemas.microsoft.com/office/drawing/2014/main" id="{0D6E4F1D-B331-41B5-90EF-2236C1EE1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078244" y="33107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4" name="Freeform 34">
              <a:extLst>
                <a:ext uri="{FF2B5EF4-FFF2-40B4-BE49-F238E27FC236}">
                  <a16:creationId xmlns:a16="http://schemas.microsoft.com/office/drawing/2014/main" id="{54A60014-21DF-44E5-9137-433571885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1146631" y="35742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5" name="Freeform 37">
              <a:extLst>
                <a:ext uri="{FF2B5EF4-FFF2-40B4-BE49-F238E27FC236}">
                  <a16:creationId xmlns:a16="http://schemas.microsoft.com/office/drawing/2014/main" id="{40B768C0-B003-45F4-9A06-EA3509A90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 flipV="1">
              <a:off x="10230644" y="30345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6" name="Freeform 35">
              <a:extLst>
                <a:ext uri="{FF2B5EF4-FFF2-40B4-BE49-F238E27FC236}">
                  <a16:creationId xmlns:a16="http://schemas.microsoft.com/office/drawing/2014/main" id="{5E479182-2054-4AD9-823D-81CFAD7F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034587" y="25627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7" name="Freeform 36">
              <a:extLst>
                <a:ext uri="{FF2B5EF4-FFF2-40B4-BE49-F238E27FC236}">
                  <a16:creationId xmlns:a16="http://schemas.microsoft.com/office/drawing/2014/main" id="{A7D912CF-756A-41F1-8BF1-5BA7D1BD05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747375" y="32326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8" name="Freeform 38">
              <a:extLst>
                <a:ext uri="{FF2B5EF4-FFF2-40B4-BE49-F238E27FC236}">
                  <a16:creationId xmlns:a16="http://schemas.microsoft.com/office/drawing/2014/main" id="{734B6F35-2160-44B1-AB00-F628C84B14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1399044" y="30953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79" name="Freeform 39">
              <a:extLst>
                <a:ext uri="{FF2B5EF4-FFF2-40B4-BE49-F238E27FC236}">
                  <a16:creationId xmlns:a16="http://schemas.microsoft.com/office/drawing/2014/main" id="{D8657E76-4F63-44FE-86C5-54CA174FC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10353675" y="21531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0" name="Freeform 40">
              <a:extLst>
                <a:ext uri="{FF2B5EF4-FFF2-40B4-BE49-F238E27FC236}">
                  <a16:creationId xmlns:a16="http://schemas.microsoft.com/office/drawing/2014/main" id="{482CEB8C-90E5-4152-8B52-A2881B98A3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848850" y="33088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1" name="Rectangle 41">
              <a:extLst>
                <a:ext uri="{FF2B5EF4-FFF2-40B4-BE49-F238E27FC236}">
                  <a16:creationId xmlns:a16="http://schemas.microsoft.com/office/drawing/2014/main" id="{85010FC2-BC4C-4692-876D-7FE363BF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5400000">
              <a:off x="9721056" y="32842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2" name="Freeform 32">
              <a:extLst>
                <a:ext uri="{FF2B5EF4-FFF2-40B4-BE49-F238E27FC236}">
                  <a16:creationId xmlns:a16="http://schemas.microsoft.com/office/drawing/2014/main" id="{714C1223-2B78-4715-9ACB-079A60D16D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2122751" y="3532184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3" name="Freeform 33">
              <a:extLst>
                <a:ext uri="{FF2B5EF4-FFF2-40B4-BE49-F238E27FC236}">
                  <a16:creationId xmlns:a16="http://schemas.microsoft.com/office/drawing/2014/main" id="{1D9109D3-C92A-410B-9B43-5F02B2D84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958445" y="3463128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4" name="Freeform 34">
              <a:extLst>
                <a:ext uri="{FF2B5EF4-FFF2-40B4-BE49-F238E27FC236}">
                  <a16:creationId xmlns:a16="http://schemas.microsoft.com/office/drawing/2014/main" id="{EF5B327A-A1AE-42F3-815E-84F4AA294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858308" y="3726653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5" name="Freeform 37">
              <a:extLst>
                <a:ext uri="{FF2B5EF4-FFF2-40B4-BE49-F238E27FC236}">
                  <a16:creationId xmlns:a16="http://schemas.microsoft.com/office/drawing/2014/main" id="{77738BDE-751F-4D4C-B4C4-C9DF3EA29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 flipV="1">
              <a:off x="1658407" y="3186902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6" name="Freeform 35">
              <a:extLst>
                <a:ext uri="{FF2B5EF4-FFF2-40B4-BE49-F238E27FC236}">
                  <a16:creationId xmlns:a16="http://schemas.microsoft.com/office/drawing/2014/main" id="{9C8C4AD6-72BF-490C-963C-97C7FD7E7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860814" y="271515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7" name="Freeform 36">
              <a:extLst>
                <a:ext uri="{FF2B5EF4-FFF2-40B4-BE49-F238E27FC236}">
                  <a16:creationId xmlns:a16="http://schemas.microsoft.com/office/drawing/2014/main" id="{94990E31-5AA8-4502-A963-CE1B539DA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289314" y="3385079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8" name="Freeform 38">
              <a:extLst>
                <a:ext uri="{FF2B5EF4-FFF2-40B4-BE49-F238E27FC236}">
                  <a16:creationId xmlns:a16="http://schemas.microsoft.com/office/drawing/2014/main" id="{9E703E9D-ED76-449C-A8C0-7A1E24B8B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605895" y="3247760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89" name="Freeform 39">
              <a:extLst>
                <a:ext uri="{FF2B5EF4-FFF2-40B4-BE49-F238E27FC236}">
                  <a16:creationId xmlns:a16="http://schemas.microsoft.com/office/drawing/2014/main" id="{C70A75E8-C815-4CCF-ABEE-83F19BFE0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1532202" y="2305578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90" name="Freeform 40">
              <a:extLst>
                <a:ext uri="{FF2B5EF4-FFF2-40B4-BE49-F238E27FC236}">
                  <a16:creationId xmlns:a16="http://schemas.microsoft.com/office/drawing/2014/main" id="{E15638E1-6A92-4D31-A034-853A65A75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154501" y="346127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  <p:sp>
          <p:nvSpPr>
            <p:cNvPr id="91" name="Rectangle 41">
              <a:extLst>
                <a:ext uri="{FF2B5EF4-FFF2-40B4-BE49-F238E27FC236}">
                  <a16:creationId xmlns:a16="http://schemas.microsoft.com/office/drawing/2014/main" id="{EA3E8D58-D52B-4300-8A50-5696430D1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6200000" flipH="1">
              <a:off x="2448983" y="3436672"/>
              <a:ext cx="23813" cy="252413"/>
            </a:xfrm>
            <a:prstGeom prst="rect">
              <a:avLst/>
            </a:prstGeom>
            <a:solidFill>
              <a:schemeClr val="tx2">
                <a:alpha val="60000"/>
              </a:schemeClr>
            </a:solidFill>
            <a:ln>
              <a:noFill/>
            </a:ln>
            <a:effectLst>
              <a:outerShdw blurRad="50800" dist="38100" dir="2700000" algn="tl" rotWithShape="0">
                <a:srgbClr val="000000">
                  <a:alpha val="58000"/>
                </a:srgbClr>
              </a:outerShdw>
            </a:effectLst>
          </p:spPr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4E15C436-61B8-42F7-B243-78D8BDDE2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328334"/>
            <a:ext cx="6858000" cy="136789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>
                <a:solidFill>
                  <a:srgbClr val="FFFFFF"/>
                </a:solidFill>
              </a:rPr>
              <a:t>Plan de cours</a:t>
            </a:r>
          </a:p>
        </p:txBody>
      </p:sp>
    </p:spTree>
    <p:extLst>
      <p:ext uri="{BB962C8B-B14F-4D97-AF65-F5344CB8AC3E}">
        <p14:creationId xmlns:p14="http://schemas.microsoft.com/office/powerpoint/2010/main" val="14471922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Plagiat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fr-CA" dirty="0"/>
              <a:t>Copier coller </a:t>
            </a:r>
            <a:r>
              <a:rPr lang="fr-CA" b="1" i="1" u="sng" dirty="0"/>
              <a:t>UNE PHRASE </a:t>
            </a:r>
            <a:r>
              <a:rPr lang="fr-CA" dirty="0"/>
              <a:t>ou plus est considéré comme une forme de plagiat. </a:t>
            </a:r>
            <a:r>
              <a:rPr lang="fr-CA" b="1" dirty="0"/>
              <a:t>Le plagiat entraine automatiquement une note de zéro. </a:t>
            </a:r>
          </a:p>
          <a:p>
            <a:endParaRPr lang="fr-CA" dirty="0"/>
          </a:p>
          <a:p>
            <a:r>
              <a:rPr lang="fr-CA" dirty="0"/>
              <a:t>Pour citer une source, vous devez mettre entre guillemet la citation et mettre entre parenthèse la référence complète comme suit.</a:t>
            </a:r>
          </a:p>
          <a:p>
            <a:endParaRPr lang="fr-CA" dirty="0"/>
          </a:p>
          <a:p>
            <a:r>
              <a:rPr lang="fr-CA" dirty="0"/>
              <a:t>: « citation » (référence)</a:t>
            </a:r>
          </a:p>
          <a:p>
            <a:endParaRPr lang="fr-CA" dirty="0"/>
          </a:p>
          <a:p>
            <a:r>
              <a:rPr lang="fr-CA" dirty="0"/>
              <a:t>: « </a:t>
            </a:r>
            <a:r>
              <a:rPr lang="fr-FR" dirty="0"/>
              <a:t>Il n'y a rien de bon ni de mauvais sauf ces deux choses : la sagesse qui est un bien, l'ignorance qui est un mal. » (Platon, </a:t>
            </a:r>
            <a:r>
              <a:rPr lang="fr-FR" i="1" dirty="0" err="1"/>
              <a:t>Euthydème</a:t>
            </a:r>
            <a:r>
              <a:rPr lang="fr-FR" i="1" dirty="0"/>
              <a:t>)</a:t>
            </a:r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662653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CA" dirty="0"/>
              <a:t>Plan pour la session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sz="3200" dirty="0"/>
              <a:t>Introduction et définition des concepts importants</a:t>
            </a:r>
          </a:p>
          <a:p>
            <a:r>
              <a:rPr lang="fr-CA" sz="3200" dirty="0"/>
              <a:t>L’origine de la morale</a:t>
            </a:r>
          </a:p>
          <a:p>
            <a:r>
              <a:rPr lang="fr-CA" sz="3200" dirty="0"/>
              <a:t>Théories normatives</a:t>
            </a:r>
          </a:p>
          <a:p>
            <a:r>
              <a:rPr lang="fr-CA" sz="3200" dirty="0"/>
              <a:t>Éthique appliquée à des enjeux contemporains</a:t>
            </a:r>
          </a:p>
        </p:txBody>
      </p:sp>
    </p:spTree>
    <p:extLst>
      <p:ext uri="{BB962C8B-B14F-4D97-AF65-F5344CB8AC3E}">
        <p14:creationId xmlns:p14="http://schemas.microsoft.com/office/powerpoint/2010/main" val="4067627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1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3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4D6A640B-6684-4338-9199-6EE758735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5BAB052D-92E4-4715-895B-E42323075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2305051" cy="6858001"/>
            <a:chOff x="0" y="0"/>
            <a:chExt cx="2305051" cy="6858001"/>
          </a:xfrm>
          <a:solidFill>
            <a:schemeClr val="bg2">
              <a:lumMod val="60000"/>
              <a:lumOff val="40000"/>
              <a:alpha val="60000"/>
            </a:schemeClr>
          </a:solidFill>
          <a:effectLst/>
        </p:grpSpPr>
        <p:sp>
          <p:nvSpPr>
            <p:cNvPr id="68" name="Rectangle 5">
              <a:extLst>
                <a:ext uri="{FF2B5EF4-FFF2-40B4-BE49-F238E27FC236}">
                  <a16:creationId xmlns:a16="http://schemas.microsoft.com/office/drawing/2014/main" id="{F9792D54-14D4-44D6-A491-DEA72C26C3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9" name="Freeform 6">
              <a:extLst>
                <a:ext uri="{FF2B5EF4-FFF2-40B4-BE49-F238E27FC236}">
                  <a16:creationId xmlns:a16="http://schemas.microsoft.com/office/drawing/2014/main" id="{D3CB19E7-637B-4FA1-B5E7-E35CF50AD3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B8CED72B-CBE7-450E-BE7C-247E884393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1" name="Rectangle 8">
              <a:extLst>
                <a:ext uri="{FF2B5EF4-FFF2-40B4-BE49-F238E27FC236}">
                  <a16:creationId xmlns:a16="http://schemas.microsoft.com/office/drawing/2014/main" id="{3BBD7465-3665-40AE-98E8-F8503EE20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86CB6F49-3080-4A29-860D-F8F1AC4AC3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EA3A8EBB-EC1C-42C6-B409-E065ACD0EF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1">
              <a:extLst>
                <a:ext uri="{FF2B5EF4-FFF2-40B4-BE49-F238E27FC236}">
                  <a16:creationId xmlns:a16="http://schemas.microsoft.com/office/drawing/2014/main" id="{0F0AAA08-BD9A-4F88-A60C-F2ECB84CE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2">
              <a:extLst>
                <a:ext uri="{FF2B5EF4-FFF2-40B4-BE49-F238E27FC236}">
                  <a16:creationId xmlns:a16="http://schemas.microsoft.com/office/drawing/2014/main" id="{44ACFC6E-01EE-4A01-8C39-0C4BC6B4EF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3">
              <a:extLst>
                <a:ext uri="{FF2B5EF4-FFF2-40B4-BE49-F238E27FC236}">
                  <a16:creationId xmlns:a16="http://schemas.microsoft.com/office/drawing/2014/main" id="{DDE8B861-702A-45C6-A7C5-D20764B55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4">
              <a:extLst>
                <a:ext uri="{FF2B5EF4-FFF2-40B4-BE49-F238E27FC236}">
                  <a16:creationId xmlns:a16="http://schemas.microsoft.com/office/drawing/2014/main" id="{28DFAFFC-4BAC-4606-8F45-47284ED217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5">
              <a:extLst>
                <a:ext uri="{FF2B5EF4-FFF2-40B4-BE49-F238E27FC236}">
                  <a16:creationId xmlns:a16="http://schemas.microsoft.com/office/drawing/2014/main" id="{B141C913-8CB4-4E5B-B684-BD40367775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6">
              <a:extLst>
                <a:ext uri="{FF2B5EF4-FFF2-40B4-BE49-F238E27FC236}">
                  <a16:creationId xmlns:a16="http://schemas.microsoft.com/office/drawing/2014/main" id="{81E80ADE-DC6D-491B-BAC4-A90D44FD45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7">
              <a:extLst>
                <a:ext uri="{FF2B5EF4-FFF2-40B4-BE49-F238E27FC236}">
                  <a16:creationId xmlns:a16="http://schemas.microsoft.com/office/drawing/2014/main" id="{4A425A61-47B5-41CA-A1D6-21C358B89D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8">
              <a:extLst>
                <a:ext uri="{FF2B5EF4-FFF2-40B4-BE49-F238E27FC236}">
                  <a16:creationId xmlns:a16="http://schemas.microsoft.com/office/drawing/2014/main" id="{B44D4532-40A1-4CEB-8A1C-711180D586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19">
              <a:extLst>
                <a:ext uri="{FF2B5EF4-FFF2-40B4-BE49-F238E27FC236}">
                  <a16:creationId xmlns:a16="http://schemas.microsoft.com/office/drawing/2014/main" id="{31056221-3B7D-4E0B-A366-3E03523EF5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0">
              <a:extLst>
                <a:ext uri="{FF2B5EF4-FFF2-40B4-BE49-F238E27FC236}">
                  <a16:creationId xmlns:a16="http://schemas.microsoft.com/office/drawing/2014/main" id="{0F4CE988-2CA1-4875-8419-BC9914E7A9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1">
              <a:extLst>
                <a:ext uri="{FF2B5EF4-FFF2-40B4-BE49-F238E27FC236}">
                  <a16:creationId xmlns:a16="http://schemas.microsoft.com/office/drawing/2014/main" id="{D5E11DED-8522-4839-A2C5-9D64FBB031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2">
              <a:extLst>
                <a:ext uri="{FF2B5EF4-FFF2-40B4-BE49-F238E27FC236}">
                  <a16:creationId xmlns:a16="http://schemas.microsoft.com/office/drawing/2014/main" id="{3A1EE55C-F160-4A56-ABFE-5EE18FE219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3">
              <a:extLst>
                <a:ext uri="{FF2B5EF4-FFF2-40B4-BE49-F238E27FC236}">
                  <a16:creationId xmlns:a16="http://schemas.microsoft.com/office/drawing/2014/main" id="{519A9CFB-FBD5-4742-9228-976E852BCC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4">
              <a:extLst>
                <a:ext uri="{FF2B5EF4-FFF2-40B4-BE49-F238E27FC236}">
                  <a16:creationId xmlns:a16="http://schemas.microsoft.com/office/drawing/2014/main" id="{E808A3F5-6663-49E0-B6BB-AFBBCD508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5">
              <a:extLst>
                <a:ext uri="{FF2B5EF4-FFF2-40B4-BE49-F238E27FC236}">
                  <a16:creationId xmlns:a16="http://schemas.microsoft.com/office/drawing/2014/main" id="{33A492F1-3A43-47FE-8E3E-4BF2B7864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6">
              <a:extLst>
                <a:ext uri="{FF2B5EF4-FFF2-40B4-BE49-F238E27FC236}">
                  <a16:creationId xmlns:a16="http://schemas.microsoft.com/office/drawing/2014/main" id="{2ED7DF23-0B1F-4E17-8EC2-1B74D318F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7">
              <a:extLst>
                <a:ext uri="{FF2B5EF4-FFF2-40B4-BE49-F238E27FC236}">
                  <a16:creationId xmlns:a16="http://schemas.microsoft.com/office/drawing/2014/main" id="{FE1204BD-7481-4989-957D-B61AEA964A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8">
              <a:extLst>
                <a:ext uri="{FF2B5EF4-FFF2-40B4-BE49-F238E27FC236}">
                  <a16:creationId xmlns:a16="http://schemas.microsoft.com/office/drawing/2014/main" id="{DD3C5673-1874-477D-AE35-B37A91974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29">
              <a:extLst>
                <a:ext uri="{FF2B5EF4-FFF2-40B4-BE49-F238E27FC236}">
                  <a16:creationId xmlns:a16="http://schemas.microsoft.com/office/drawing/2014/main" id="{DA963A0C-386F-4A9E-89E8-67081094B9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0">
              <a:extLst>
                <a:ext uri="{FF2B5EF4-FFF2-40B4-BE49-F238E27FC236}">
                  <a16:creationId xmlns:a16="http://schemas.microsoft.com/office/drawing/2014/main" id="{D527BB52-D4EE-4CAA-A8A0-53A27DC7FF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1">
              <a:extLst>
                <a:ext uri="{FF2B5EF4-FFF2-40B4-BE49-F238E27FC236}">
                  <a16:creationId xmlns:a16="http://schemas.microsoft.com/office/drawing/2014/main" id="{2A037511-5E0A-4293-81AB-28C5DC96B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Freeform 32">
              <a:extLst>
                <a:ext uri="{FF2B5EF4-FFF2-40B4-BE49-F238E27FC236}">
                  <a16:creationId xmlns:a16="http://schemas.microsoft.com/office/drawing/2014/main" id="{42A7FE1C-EF14-483B-B5FC-FDC150282A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6" name="Rectangle 33">
              <a:extLst>
                <a:ext uri="{FF2B5EF4-FFF2-40B4-BE49-F238E27FC236}">
                  <a16:creationId xmlns:a16="http://schemas.microsoft.com/office/drawing/2014/main" id="{45A82D49-825B-47BC-8622-A1D54C5C21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7" name="Freeform 34">
              <a:extLst>
                <a:ext uri="{FF2B5EF4-FFF2-40B4-BE49-F238E27FC236}">
                  <a16:creationId xmlns:a16="http://schemas.microsoft.com/office/drawing/2014/main" id="{039D74A5-B4AF-4800-B941-E5F8CD44E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5">
              <a:extLst>
                <a:ext uri="{FF2B5EF4-FFF2-40B4-BE49-F238E27FC236}">
                  <a16:creationId xmlns:a16="http://schemas.microsoft.com/office/drawing/2014/main" id="{70B5D059-1472-474F-BDE6-881B5D1CD7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6">
              <a:extLst>
                <a:ext uri="{FF2B5EF4-FFF2-40B4-BE49-F238E27FC236}">
                  <a16:creationId xmlns:a16="http://schemas.microsoft.com/office/drawing/2014/main" id="{736D79CC-81E0-4C87-ABAC-58197ADBDA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7">
              <a:extLst>
                <a:ext uri="{FF2B5EF4-FFF2-40B4-BE49-F238E27FC236}">
                  <a16:creationId xmlns:a16="http://schemas.microsoft.com/office/drawing/2014/main" id="{7E72BA97-1228-4006-B095-8D9FB45FB1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8">
              <a:extLst>
                <a:ext uri="{FF2B5EF4-FFF2-40B4-BE49-F238E27FC236}">
                  <a16:creationId xmlns:a16="http://schemas.microsoft.com/office/drawing/2014/main" id="{36FA3A99-37FB-4B03-A810-425BC9B379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39">
              <a:extLst>
                <a:ext uri="{FF2B5EF4-FFF2-40B4-BE49-F238E27FC236}">
                  <a16:creationId xmlns:a16="http://schemas.microsoft.com/office/drawing/2014/main" id="{2E45B959-2AD5-4FE4-BF6A-4F011011CF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0">
              <a:extLst>
                <a:ext uri="{FF2B5EF4-FFF2-40B4-BE49-F238E27FC236}">
                  <a16:creationId xmlns:a16="http://schemas.microsoft.com/office/drawing/2014/main" id="{CEE29A17-924F-4EED-A18C-E6A0137E52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1">
              <a:extLst>
                <a:ext uri="{FF2B5EF4-FFF2-40B4-BE49-F238E27FC236}">
                  <a16:creationId xmlns:a16="http://schemas.microsoft.com/office/drawing/2014/main" id="{EFB8BDF1-3A59-4EE5-BFAB-4F4B301E3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2">
              <a:extLst>
                <a:ext uri="{FF2B5EF4-FFF2-40B4-BE49-F238E27FC236}">
                  <a16:creationId xmlns:a16="http://schemas.microsoft.com/office/drawing/2014/main" id="{8F94E417-93B4-4071-A6D1-AE66CA6822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3">
              <a:extLst>
                <a:ext uri="{FF2B5EF4-FFF2-40B4-BE49-F238E27FC236}">
                  <a16:creationId xmlns:a16="http://schemas.microsoft.com/office/drawing/2014/main" id="{A18F44A8-385D-4EB4-A013-7EB252A27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Freeform 44">
              <a:extLst>
                <a:ext uri="{FF2B5EF4-FFF2-40B4-BE49-F238E27FC236}">
                  <a16:creationId xmlns:a16="http://schemas.microsoft.com/office/drawing/2014/main" id="{B25FB320-9784-4EA9-B1AE-3BF9106E6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8" name="Rectangle 45">
              <a:extLst>
                <a:ext uri="{FF2B5EF4-FFF2-40B4-BE49-F238E27FC236}">
                  <a16:creationId xmlns:a16="http://schemas.microsoft.com/office/drawing/2014/main" id="{C9EB05E6-5BE4-4EE1-9F0C-E8B57B362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9" name="Freeform 46">
              <a:extLst>
                <a:ext uri="{FF2B5EF4-FFF2-40B4-BE49-F238E27FC236}">
                  <a16:creationId xmlns:a16="http://schemas.microsoft.com/office/drawing/2014/main" id="{C66CAA98-15DB-4EF7-B2CA-54F523A3C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7">
              <a:extLst>
                <a:ext uri="{FF2B5EF4-FFF2-40B4-BE49-F238E27FC236}">
                  <a16:creationId xmlns:a16="http://schemas.microsoft.com/office/drawing/2014/main" id="{7A30C330-EB27-4D08-82D2-7311A8505E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8">
              <a:extLst>
                <a:ext uri="{FF2B5EF4-FFF2-40B4-BE49-F238E27FC236}">
                  <a16:creationId xmlns:a16="http://schemas.microsoft.com/office/drawing/2014/main" id="{285C54D0-DCD8-43CD-AE6D-00487565C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49">
              <a:extLst>
                <a:ext uri="{FF2B5EF4-FFF2-40B4-BE49-F238E27FC236}">
                  <a16:creationId xmlns:a16="http://schemas.microsoft.com/office/drawing/2014/main" id="{BC525C34-0A4A-4042-8FA3-F64A115AEA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0">
              <a:extLst>
                <a:ext uri="{FF2B5EF4-FFF2-40B4-BE49-F238E27FC236}">
                  <a16:creationId xmlns:a16="http://schemas.microsoft.com/office/drawing/2014/main" id="{870751A2-DBE9-4631-86D3-800E774916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1">
              <a:extLst>
                <a:ext uri="{FF2B5EF4-FFF2-40B4-BE49-F238E27FC236}">
                  <a16:creationId xmlns:a16="http://schemas.microsoft.com/office/drawing/2014/main" id="{ED6D7806-3E23-488D-80ED-281D3DA720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2">
              <a:extLst>
                <a:ext uri="{FF2B5EF4-FFF2-40B4-BE49-F238E27FC236}">
                  <a16:creationId xmlns:a16="http://schemas.microsoft.com/office/drawing/2014/main" id="{170E0895-F9C9-44BA-AF81-F7938C7E4F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3">
              <a:extLst>
                <a:ext uri="{FF2B5EF4-FFF2-40B4-BE49-F238E27FC236}">
                  <a16:creationId xmlns:a16="http://schemas.microsoft.com/office/drawing/2014/main" id="{75AD3DD3-BD4A-4DD9-9AC1-C60E341744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4">
              <a:extLst>
                <a:ext uri="{FF2B5EF4-FFF2-40B4-BE49-F238E27FC236}">
                  <a16:creationId xmlns:a16="http://schemas.microsoft.com/office/drawing/2014/main" id="{D047B55E-0847-4696-8101-A643C3C7E9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5">
              <a:extLst>
                <a:ext uri="{FF2B5EF4-FFF2-40B4-BE49-F238E27FC236}">
                  <a16:creationId xmlns:a16="http://schemas.microsoft.com/office/drawing/2014/main" id="{CB3EF1DB-37BD-463B-A542-7AA57DC9F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6">
              <a:extLst>
                <a:ext uri="{FF2B5EF4-FFF2-40B4-BE49-F238E27FC236}">
                  <a16:creationId xmlns:a16="http://schemas.microsoft.com/office/drawing/2014/main" id="{95D0E013-2F18-4248-9D83-3BFF25A05C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7">
              <a:extLst>
                <a:ext uri="{FF2B5EF4-FFF2-40B4-BE49-F238E27FC236}">
                  <a16:creationId xmlns:a16="http://schemas.microsoft.com/office/drawing/2014/main" id="{E7D95722-3A1F-4917-8C16-D4D4099416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1" name="Freeform 58">
              <a:extLst>
                <a:ext uri="{FF2B5EF4-FFF2-40B4-BE49-F238E27FC236}">
                  <a16:creationId xmlns:a16="http://schemas.microsoft.com/office/drawing/2014/main" id="{A54912BE-A961-4720-992C-09A2D13DE2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 useBgFill="1">
        <p:nvSpPr>
          <p:cNvPr id="123" name="Round Diagonal Corner Rectangle 7">
            <a:extLst>
              <a:ext uri="{FF2B5EF4-FFF2-40B4-BE49-F238E27FC236}">
                <a16:creationId xmlns:a16="http://schemas.microsoft.com/office/drawing/2014/main" id="{FF5E4228-419E-44B9-B090-94A9540E5B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079" y="0"/>
            <a:ext cx="8132922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8BC19FB-F615-4EE4-A845-2F82A136C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963613"/>
            <a:ext cx="6013703" cy="41497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/>
              <a:t>Introduction à l’éthique</a:t>
            </a:r>
          </a:p>
        </p:txBody>
      </p:sp>
    </p:spTree>
    <p:extLst>
      <p:ext uri="{BB962C8B-B14F-4D97-AF65-F5344CB8AC3E}">
        <p14:creationId xmlns:p14="http://schemas.microsoft.com/office/powerpoint/2010/main" val="1654132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6" name="Rectangle 55">
            <a:extLst>
              <a:ext uri="{FF2B5EF4-FFF2-40B4-BE49-F238E27FC236}">
                <a16:creationId xmlns:a16="http://schemas.microsoft.com/office/drawing/2014/main" id="{E978A47D-4F17-40FE-AB70-7AF78A957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00" y="-142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85BE3A7E-6A3F-401E-A025-BBB8FDB8D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59" name="Rectangle 5">
              <a:extLst>
                <a:ext uri="{FF2B5EF4-FFF2-40B4-BE49-F238E27FC236}">
                  <a16:creationId xmlns:a16="http://schemas.microsoft.com/office/drawing/2014/main" id="{41EE9036-817C-476C-BD59-B5184F9A3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0" name="Freeform 6">
              <a:extLst>
                <a:ext uri="{FF2B5EF4-FFF2-40B4-BE49-F238E27FC236}">
                  <a16:creationId xmlns:a16="http://schemas.microsoft.com/office/drawing/2014/main" id="{F098087A-B4E4-4300-A841-44988BD88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7">
              <a:extLst>
                <a:ext uri="{FF2B5EF4-FFF2-40B4-BE49-F238E27FC236}">
                  <a16:creationId xmlns:a16="http://schemas.microsoft.com/office/drawing/2014/main" id="{F5BD5F4B-A39C-4DF9-84E4-A4D33F30E6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8">
              <a:extLst>
                <a:ext uri="{FF2B5EF4-FFF2-40B4-BE49-F238E27FC236}">
                  <a16:creationId xmlns:a16="http://schemas.microsoft.com/office/drawing/2014/main" id="{D7FA9858-BFA0-4D5B-AF72-B1B65EB069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9">
              <a:extLst>
                <a:ext uri="{FF2B5EF4-FFF2-40B4-BE49-F238E27FC236}">
                  <a16:creationId xmlns:a16="http://schemas.microsoft.com/office/drawing/2014/main" id="{A508A5F3-AFE0-4750-A9C2-B51A514FF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10">
              <a:extLst>
                <a:ext uri="{FF2B5EF4-FFF2-40B4-BE49-F238E27FC236}">
                  <a16:creationId xmlns:a16="http://schemas.microsoft.com/office/drawing/2014/main" id="{92B4AAEB-ABF4-42A7-BE52-0B442190D1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11">
              <a:extLst>
                <a:ext uri="{FF2B5EF4-FFF2-40B4-BE49-F238E27FC236}">
                  <a16:creationId xmlns:a16="http://schemas.microsoft.com/office/drawing/2014/main" id="{3767C370-4A42-4376-8CAE-606C4BC8F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6" name="Freeform 12">
              <a:extLst>
                <a:ext uri="{FF2B5EF4-FFF2-40B4-BE49-F238E27FC236}">
                  <a16:creationId xmlns:a16="http://schemas.microsoft.com/office/drawing/2014/main" id="{36205F53-9C95-4954-B97C-1625BB8A35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7" name="Freeform 13">
              <a:extLst>
                <a:ext uri="{FF2B5EF4-FFF2-40B4-BE49-F238E27FC236}">
                  <a16:creationId xmlns:a16="http://schemas.microsoft.com/office/drawing/2014/main" id="{DC80B58E-3469-43E9-96FC-D747B6983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8" name="Freeform 14">
              <a:extLst>
                <a:ext uri="{FF2B5EF4-FFF2-40B4-BE49-F238E27FC236}">
                  <a16:creationId xmlns:a16="http://schemas.microsoft.com/office/drawing/2014/main" id="{E17A4ED2-DDD7-4B4D-A39C-9B0121C88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15">
              <a:extLst>
                <a:ext uri="{FF2B5EF4-FFF2-40B4-BE49-F238E27FC236}">
                  <a16:creationId xmlns:a16="http://schemas.microsoft.com/office/drawing/2014/main" id="{A2C14A85-E7A9-4E1D-809F-20F5CFA78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Line 16">
              <a:extLst>
                <a:ext uri="{FF2B5EF4-FFF2-40B4-BE49-F238E27FC236}">
                  <a16:creationId xmlns:a16="http://schemas.microsoft.com/office/drawing/2014/main" id="{F3D51E32-9399-4B7F-8D91-BF9A068B8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1" name="Freeform 17">
              <a:extLst>
                <a:ext uri="{FF2B5EF4-FFF2-40B4-BE49-F238E27FC236}">
                  <a16:creationId xmlns:a16="http://schemas.microsoft.com/office/drawing/2014/main" id="{9969F9D2-502D-4C1D-ABA5-02B1BF2A00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8">
              <a:extLst>
                <a:ext uri="{FF2B5EF4-FFF2-40B4-BE49-F238E27FC236}">
                  <a16:creationId xmlns:a16="http://schemas.microsoft.com/office/drawing/2014/main" id="{4AE555C6-5623-478A-BF35-63E9929A3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9">
              <a:extLst>
                <a:ext uri="{FF2B5EF4-FFF2-40B4-BE49-F238E27FC236}">
                  <a16:creationId xmlns:a16="http://schemas.microsoft.com/office/drawing/2014/main" id="{A3D3AED4-A69E-4301-9BB4-436DC5F0C9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20">
              <a:extLst>
                <a:ext uri="{FF2B5EF4-FFF2-40B4-BE49-F238E27FC236}">
                  <a16:creationId xmlns:a16="http://schemas.microsoft.com/office/drawing/2014/main" id="{C3B8082C-2D81-48D7-8B45-85B7C8929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Rectangle 21">
              <a:extLst>
                <a:ext uri="{FF2B5EF4-FFF2-40B4-BE49-F238E27FC236}">
                  <a16:creationId xmlns:a16="http://schemas.microsoft.com/office/drawing/2014/main" id="{9AD35461-BA86-408B-8A29-244EB2F2F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6" name="Freeform 22">
              <a:extLst>
                <a:ext uri="{FF2B5EF4-FFF2-40B4-BE49-F238E27FC236}">
                  <a16:creationId xmlns:a16="http://schemas.microsoft.com/office/drawing/2014/main" id="{F238E495-B6C6-4857-899B-CDD584831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23">
              <a:extLst>
                <a:ext uri="{FF2B5EF4-FFF2-40B4-BE49-F238E27FC236}">
                  <a16:creationId xmlns:a16="http://schemas.microsoft.com/office/drawing/2014/main" id="{E20A751E-054C-4EC2-8DA3-0EC923A65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24">
              <a:extLst>
                <a:ext uri="{FF2B5EF4-FFF2-40B4-BE49-F238E27FC236}">
                  <a16:creationId xmlns:a16="http://schemas.microsoft.com/office/drawing/2014/main" id="{B6E8E701-3D21-4E5C-AB6E-9A7404697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25">
              <a:extLst>
                <a:ext uri="{FF2B5EF4-FFF2-40B4-BE49-F238E27FC236}">
                  <a16:creationId xmlns:a16="http://schemas.microsoft.com/office/drawing/2014/main" id="{431BDA41-D09D-4984-B888-756F5F81B4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26">
              <a:extLst>
                <a:ext uri="{FF2B5EF4-FFF2-40B4-BE49-F238E27FC236}">
                  <a16:creationId xmlns:a16="http://schemas.microsoft.com/office/drawing/2014/main" id="{0DC943D2-20E4-4C00-82D2-D405A7C00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27">
              <a:extLst>
                <a:ext uri="{FF2B5EF4-FFF2-40B4-BE49-F238E27FC236}">
                  <a16:creationId xmlns:a16="http://schemas.microsoft.com/office/drawing/2014/main" id="{4BC34A74-80A2-4DE1-8ADC-BBD170903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8">
              <a:extLst>
                <a:ext uri="{FF2B5EF4-FFF2-40B4-BE49-F238E27FC236}">
                  <a16:creationId xmlns:a16="http://schemas.microsoft.com/office/drawing/2014/main" id="{C6C3CA25-431F-4E26-952D-4AA9C4C725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9">
              <a:extLst>
                <a:ext uri="{FF2B5EF4-FFF2-40B4-BE49-F238E27FC236}">
                  <a16:creationId xmlns:a16="http://schemas.microsoft.com/office/drawing/2014/main" id="{776D1836-82AE-40EF-9829-C6B8D2CF0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30">
              <a:extLst>
                <a:ext uri="{FF2B5EF4-FFF2-40B4-BE49-F238E27FC236}">
                  <a16:creationId xmlns:a16="http://schemas.microsoft.com/office/drawing/2014/main" id="{9A8E397E-ADF9-45C1-98F4-3F5A86378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31">
              <a:extLst>
                <a:ext uri="{FF2B5EF4-FFF2-40B4-BE49-F238E27FC236}">
                  <a16:creationId xmlns:a16="http://schemas.microsoft.com/office/drawing/2014/main" id="{DE07CFD9-357F-40BC-A792-CE874BFE5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70D18CD6-639D-4D81-BFD0-08F1B546E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999" y="1082673"/>
            <a:ext cx="3502830" cy="4708528"/>
          </a:xfrm>
        </p:spPr>
        <p:txBody>
          <a:bodyPr>
            <a:normAutofit/>
          </a:bodyPr>
          <a:lstStyle/>
          <a:p>
            <a:pPr algn="r"/>
            <a:r>
              <a:rPr lang="fr-CA" sz="4000" dirty="0"/>
              <a:t>Qu’est-ce que l’éthique?</a:t>
            </a: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085ECEC0-FF5D-4348-92C7-1EA7C61E7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6D4F04-B59C-48B4-8F7B-AE924FE59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3" y="1082673"/>
            <a:ext cx="5751237" cy="4708528"/>
          </a:xfrm>
        </p:spPr>
        <p:txBody>
          <a:bodyPr anchor="ctr">
            <a:normAutofit/>
          </a:bodyPr>
          <a:lstStyle/>
          <a:p>
            <a:endParaRPr lang="fr-CA" dirty="0"/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F4E035BE-9FF4-43D3-BC25-CF582D7FF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90" name="Freeform 32">
              <a:extLst>
                <a:ext uri="{FF2B5EF4-FFF2-40B4-BE49-F238E27FC236}">
                  <a16:creationId xmlns:a16="http://schemas.microsoft.com/office/drawing/2014/main" id="{F98BCEB2-EC20-4E84-A994-0AC37292C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33">
              <a:extLst>
                <a:ext uri="{FF2B5EF4-FFF2-40B4-BE49-F238E27FC236}">
                  <a16:creationId xmlns:a16="http://schemas.microsoft.com/office/drawing/2014/main" id="{7A2E1821-AEDF-417E-9F17-83379E9C0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4">
              <a:extLst>
                <a:ext uri="{FF2B5EF4-FFF2-40B4-BE49-F238E27FC236}">
                  <a16:creationId xmlns:a16="http://schemas.microsoft.com/office/drawing/2014/main" id="{CB3734E2-8292-4B47-B6AB-0E5A058DE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5">
              <a:extLst>
                <a:ext uri="{FF2B5EF4-FFF2-40B4-BE49-F238E27FC236}">
                  <a16:creationId xmlns:a16="http://schemas.microsoft.com/office/drawing/2014/main" id="{A0B09C51-29AB-45C0-B707-CCFB9DF28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6">
              <a:extLst>
                <a:ext uri="{FF2B5EF4-FFF2-40B4-BE49-F238E27FC236}">
                  <a16:creationId xmlns:a16="http://schemas.microsoft.com/office/drawing/2014/main" id="{510C0CED-AE1B-45AE-B5E1-57521E589D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Freeform 37">
              <a:extLst>
                <a:ext uri="{FF2B5EF4-FFF2-40B4-BE49-F238E27FC236}">
                  <a16:creationId xmlns:a16="http://schemas.microsoft.com/office/drawing/2014/main" id="{591F2327-4B45-41AA-B41C-7404B6A1E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6" name="Freeform 38">
              <a:extLst>
                <a:ext uri="{FF2B5EF4-FFF2-40B4-BE49-F238E27FC236}">
                  <a16:creationId xmlns:a16="http://schemas.microsoft.com/office/drawing/2014/main" id="{5A63224C-41A0-42C0-96F6-0B2BE99A1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9">
              <a:extLst>
                <a:ext uri="{FF2B5EF4-FFF2-40B4-BE49-F238E27FC236}">
                  <a16:creationId xmlns:a16="http://schemas.microsoft.com/office/drawing/2014/main" id="{A7C00B9F-C253-4776-9935-EC02254A4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40">
              <a:extLst>
                <a:ext uri="{FF2B5EF4-FFF2-40B4-BE49-F238E27FC236}">
                  <a16:creationId xmlns:a16="http://schemas.microsoft.com/office/drawing/2014/main" id="{5062D4AA-13F3-4064-8440-FFE8562D8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Rectangle 41">
              <a:extLst>
                <a:ext uri="{FF2B5EF4-FFF2-40B4-BE49-F238E27FC236}">
                  <a16:creationId xmlns:a16="http://schemas.microsoft.com/office/drawing/2014/main" id="{3E143B27-CB82-440B-879B-D25C1891C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</p:grpSp>
    </p:spTree>
    <p:extLst>
      <p:ext uri="{BB962C8B-B14F-4D97-AF65-F5344CB8AC3E}">
        <p14:creationId xmlns:p14="http://schemas.microsoft.com/office/powerpoint/2010/main" val="3056196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D18CD6-639D-4D81-BFD0-08F1B546E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999" y="1082673"/>
            <a:ext cx="3502830" cy="4708528"/>
          </a:xfrm>
        </p:spPr>
        <p:txBody>
          <a:bodyPr>
            <a:normAutofit/>
          </a:bodyPr>
          <a:lstStyle/>
          <a:p>
            <a:pPr algn="r"/>
            <a:r>
              <a:rPr lang="fr-CA" sz="4000" dirty="0"/>
              <a:t>Qu’est-ce que l’éthique?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6D4F04-B59C-48B4-8F7B-AE924FE59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3" y="1082673"/>
            <a:ext cx="5751237" cy="4708528"/>
          </a:xfrm>
        </p:spPr>
        <p:txBody>
          <a:bodyPr anchor="ctr">
            <a:normAutofit/>
          </a:bodyPr>
          <a:lstStyle/>
          <a:p>
            <a:r>
              <a:rPr lang="fr-CA" dirty="0"/>
              <a:t>Souvent synonyme de </a:t>
            </a:r>
            <a:r>
              <a:rPr lang="fr-CA" b="1" dirty="0"/>
              <a:t>morale</a:t>
            </a:r>
          </a:p>
          <a:p>
            <a:r>
              <a:rPr lang="fr-CA" dirty="0"/>
              <a:t>Le bien et le mal</a:t>
            </a:r>
          </a:p>
          <a:p>
            <a:r>
              <a:rPr lang="fr-CA" dirty="0"/>
              <a:t>Valeurs</a:t>
            </a:r>
          </a:p>
          <a:p>
            <a:r>
              <a:rPr lang="fr-CA" dirty="0"/>
              <a:t>Actions</a:t>
            </a:r>
          </a:p>
          <a:p>
            <a:r>
              <a:rPr lang="fr-CA" dirty="0"/>
              <a:t>Devoir</a:t>
            </a:r>
          </a:p>
          <a:p>
            <a:r>
              <a:rPr lang="fr-CA" dirty="0"/>
              <a:t>Principes</a:t>
            </a:r>
          </a:p>
          <a:p>
            <a:r>
              <a:rPr lang="fr-CA" dirty="0"/>
              <a:t>Idéaux</a:t>
            </a:r>
          </a:p>
          <a:p>
            <a:r>
              <a:rPr lang="fr-CA" dirty="0"/>
              <a:t>Code déontologique</a:t>
            </a:r>
          </a:p>
        </p:txBody>
      </p:sp>
    </p:spTree>
    <p:extLst>
      <p:ext uri="{BB962C8B-B14F-4D97-AF65-F5344CB8AC3E}">
        <p14:creationId xmlns:p14="http://schemas.microsoft.com/office/powerpoint/2010/main" val="2625689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1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3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82EEA7F3-64E0-47B1-9B06-0677EA6FD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2192003" cy="6858001"/>
            <a:chOff x="0" y="-1"/>
            <a:chExt cx="12192003" cy="6858001"/>
          </a:xfrm>
        </p:grpSpPr>
        <p:sp useBgFill="1">
          <p:nvSpPr>
            <p:cNvPr id="66" name="Rectangle 65">
              <a:extLst>
                <a:ext uri="{FF2B5EF4-FFF2-40B4-BE49-F238E27FC236}">
                  <a16:creationId xmlns:a16="http://schemas.microsoft.com/office/drawing/2014/main" id="{F0787433-E8FF-45C5-A1C3-70BC1491B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7" name="Picture 2">
              <a:extLst>
                <a:ext uri="{FF2B5EF4-FFF2-40B4-BE49-F238E27FC236}">
                  <a16:creationId xmlns:a16="http://schemas.microsoft.com/office/drawing/2014/main" id="{A649E977-62EB-4D2F-9AF9-947B5E73CA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:p14="http://schemas.microsoft.com/office/powerpoint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D7C17254-5368-4E94-9A3F-E8583F05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1003300"/>
            <a:ext cx="8919579" cy="4038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dirty="0" err="1"/>
              <a:t>Différence</a:t>
            </a:r>
            <a:r>
              <a:rPr lang="en-US" sz="6600" dirty="0"/>
              <a:t> entre </a:t>
            </a:r>
            <a:r>
              <a:rPr lang="en-US" sz="6600" dirty="0" err="1"/>
              <a:t>éthique</a:t>
            </a:r>
            <a:r>
              <a:rPr lang="en-US" sz="6600" dirty="0"/>
              <a:t> et morale?</a:t>
            </a:r>
          </a:p>
        </p:txBody>
      </p:sp>
    </p:spTree>
    <p:extLst>
      <p:ext uri="{BB962C8B-B14F-4D97-AF65-F5344CB8AC3E}">
        <p14:creationId xmlns:p14="http://schemas.microsoft.com/office/powerpoint/2010/main" val="40675911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F7E070-76B0-4BAF-B244-097D2CAE7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Qu’est-ce que l’éthique?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ADE748-495A-4D5C-8B9C-3624559EB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dirty="0"/>
              <a:t>Que dois-je faire pour bien agir et pour éviter de mal agir? </a:t>
            </a:r>
          </a:p>
          <a:p>
            <a:pPr marL="0" indent="0">
              <a:buNone/>
            </a:pPr>
            <a:r>
              <a:rPr lang="fr-CA" dirty="0"/>
              <a:t>Quelle est la bonne action à poser?</a:t>
            </a:r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r>
              <a:rPr lang="fr-CA" dirty="0"/>
              <a:t>Concerne des </a:t>
            </a:r>
            <a:r>
              <a:rPr lang="fr-CA" b="1" dirty="0"/>
              <a:t>valeurs morales</a:t>
            </a:r>
            <a:r>
              <a:rPr lang="fr-CA" dirty="0"/>
              <a:t>, c’est-à-dire des idéaux qui donnent du sens à notre vie ou des règles qu’on se sent obligé de respecter, par exemple la justice, la responsabilité, la générosité, etc.</a:t>
            </a:r>
            <a:endParaRPr lang="fr-CA" b="1" dirty="0"/>
          </a:p>
        </p:txBody>
      </p:sp>
    </p:spTree>
    <p:extLst>
      <p:ext uri="{BB962C8B-B14F-4D97-AF65-F5344CB8AC3E}">
        <p14:creationId xmlns:p14="http://schemas.microsoft.com/office/powerpoint/2010/main" val="3685657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B5156E-6B17-6926-E0C4-D146BC4AC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CA" b="1" i="0" dirty="0">
                <a:solidFill>
                  <a:srgbClr val="000000"/>
                </a:solidFill>
                <a:effectLst/>
                <a:latin typeface="SF UI Text"/>
              </a:rPr>
              <a:t>Les enjeux éthiques</a:t>
            </a:r>
            <a:br>
              <a:rPr lang="fr-CA" b="1" i="0" dirty="0">
                <a:solidFill>
                  <a:srgbClr val="000000"/>
                </a:solidFill>
                <a:effectLst/>
                <a:latin typeface="SF UI Text"/>
              </a:rPr>
            </a:br>
            <a:endParaRPr lang="fr-CA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1C2266-6388-4707-7A15-821000597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l"/>
            <a:r>
              <a:rPr lang="fr-FR" b="1" i="0" dirty="0">
                <a:effectLst/>
                <a:latin typeface="SF UI Text"/>
              </a:rPr>
              <a:t>On est en présence d'un enjeu éthique lorsqu'une </a:t>
            </a:r>
            <a:r>
              <a:rPr lang="fr-FR" b="1" i="0" u="sng" dirty="0">
                <a:effectLst/>
                <a:latin typeface="SF UI Text"/>
              </a:rPr>
              <a:t>valeur</a:t>
            </a:r>
            <a:r>
              <a:rPr lang="fr-FR" b="1" i="0" dirty="0">
                <a:effectLst/>
                <a:latin typeface="SF UI Text"/>
              </a:rPr>
              <a:t> ou un </a:t>
            </a:r>
            <a:r>
              <a:rPr lang="fr-FR" b="1" i="0" u="sng" dirty="0">
                <a:effectLst/>
                <a:latin typeface="SF UI Text"/>
              </a:rPr>
              <a:t>principe</a:t>
            </a:r>
            <a:r>
              <a:rPr lang="fr-FR" b="1" i="0" dirty="0">
                <a:effectLst/>
                <a:latin typeface="SF UI Text"/>
              </a:rPr>
              <a:t> moral est mis en jeu dans une question ou une situation.</a:t>
            </a:r>
          </a:p>
          <a:p>
            <a:pPr algn="l"/>
            <a:r>
              <a:rPr lang="fr-FR" b="1" i="0" u="sng" dirty="0">
                <a:effectLst/>
                <a:latin typeface="SF UI Text"/>
              </a:rPr>
              <a:t>Par exemple</a:t>
            </a:r>
            <a:r>
              <a:rPr lang="fr-FR" b="1" i="0" dirty="0">
                <a:effectLst/>
                <a:latin typeface="SF UI Text"/>
              </a:rPr>
              <a:t>, on dira que la liberté de choix est un enjeu éthique soulevé par l'avortement; ou encore que l'avortement soulève ou comporte des enjeux éthiques.</a:t>
            </a:r>
          </a:p>
          <a:p>
            <a:pPr algn="l"/>
            <a:r>
              <a:rPr lang="fr-FR" b="1" i="0" dirty="0">
                <a:effectLst/>
                <a:latin typeface="SF UI Text"/>
              </a:rPr>
              <a:t>Parfois, on utilise le terme « enjeu éthique » pour parler, par extension, de la question ou de la situation elle-même : par exemple, on pourrait dire que l'avortement est un enjeu éthique.</a:t>
            </a:r>
          </a:p>
          <a:p>
            <a:endParaRPr lang="fr-CA" b="1" dirty="0"/>
          </a:p>
        </p:txBody>
      </p:sp>
    </p:spTree>
    <p:extLst>
      <p:ext uri="{BB962C8B-B14F-4D97-AF65-F5344CB8AC3E}">
        <p14:creationId xmlns:p14="http://schemas.microsoft.com/office/powerpoint/2010/main" val="3793022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219" name="Group 218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20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21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2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3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24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5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6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7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8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9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0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1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2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3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4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5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6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7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8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9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0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1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2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3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4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5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6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7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8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49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0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1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2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3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4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5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6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7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8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9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0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61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2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3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4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5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6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7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8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9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0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1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2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3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 useBgFill="1">
        <p:nvSpPr>
          <p:cNvPr id="275" name="Rectangle 274">
            <a:extLst>
              <a:ext uri="{FF2B5EF4-FFF2-40B4-BE49-F238E27FC236}">
                <a16:creationId xmlns:a16="http://schemas.microsoft.com/office/drawing/2014/main" id="{7A070EAD-1DCD-4F3D-BA84-799B891A0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F26BD27-E6F9-4C76-B934-9E88D264C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8960" y="1122363"/>
            <a:ext cx="7782877" cy="30273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Les champs de </a:t>
            </a:r>
            <a:r>
              <a:rPr lang="en-US" sz="5400" dirty="0" err="1"/>
              <a:t>l’éthique</a:t>
            </a:r>
            <a:endParaRPr lang="en-US" sz="5400" dirty="0"/>
          </a:p>
        </p:txBody>
      </p: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DE471E13-6104-4637-8A8F-B545529B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80000"/>
                </a:schemeClr>
              </a:gs>
            </a:gsLst>
            <a:lin ang="5400000" scaled="0"/>
            <a:tileRect/>
          </a:gradFill>
        </p:grpSpPr>
        <p:sp>
          <p:nvSpPr>
            <p:cNvPr id="278" name="Rectangle 5">
              <a:extLst>
                <a:ext uri="{FF2B5EF4-FFF2-40B4-BE49-F238E27FC236}">
                  <a16:creationId xmlns:a16="http://schemas.microsoft.com/office/drawing/2014/main" id="{802F412D-6781-427D-AB79-09FD610CCE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79" name="Freeform 6">
              <a:extLst>
                <a:ext uri="{FF2B5EF4-FFF2-40B4-BE49-F238E27FC236}">
                  <a16:creationId xmlns:a16="http://schemas.microsoft.com/office/drawing/2014/main" id="{8471B962-D824-43CE-B5DD-704B305B28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0" name="Freeform 7">
              <a:extLst>
                <a:ext uri="{FF2B5EF4-FFF2-40B4-BE49-F238E27FC236}">
                  <a16:creationId xmlns:a16="http://schemas.microsoft.com/office/drawing/2014/main" id="{ED60EBD3-FA75-460B-AFBD-3F234A0CA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1" name="Rectangle 8">
              <a:extLst>
                <a:ext uri="{FF2B5EF4-FFF2-40B4-BE49-F238E27FC236}">
                  <a16:creationId xmlns:a16="http://schemas.microsoft.com/office/drawing/2014/main" id="{D0791244-FBF2-49D9-BDBC-E2E58C86B4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82" name="Freeform 9">
              <a:extLst>
                <a:ext uri="{FF2B5EF4-FFF2-40B4-BE49-F238E27FC236}">
                  <a16:creationId xmlns:a16="http://schemas.microsoft.com/office/drawing/2014/main" id="{FEE4C4B1-195C-40F5-A78F-2EB7ED6E6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3" name="Freeform 10">
              <a:extLst>
                <a:ext uri="{FF2B5EF4-FFF2-40B4-BE49-F238E27FC236}">
                  <a16:creationId xmlns:a16="http://schemas.microsoft.com/office/drawing/2014/main" id="{22766AF8-3850-41E4-80D0-321D9A13D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4" name="Freeform 11">
              <a:extLst>
                <a:ext uri="{FF2B5EF4-FFF2-40B4-BE49-F238E27FC236}">
                  <a16:creationId xmlns:a16="http://schemas.microsoft.com/office/drawing/2014/main" id="{8834F8EE-AB04-42FE-AE7B-3E9C6ACA0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5" name="Freeform 12">
              <a:extLst>
                <a:ext uri="{FF2B5EF4-FFF2-40B4-BE49-F238E27FC236}">
                  <a16:creationId xmlns:a16="http://schemas.microsoft.com/office/drawing/2014/main" id="{C86BB534-4617-4275-908E-357CF2246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6" name="Freeform 13">
              <a:extLst>
                <a:ext uri="{FF2B5EF4-FFF2-40B4-BE49-F238E27FC236}">
                  <a16:creationId xmlns:a16="http://schemas.microsoft.com/office/drawing/2014/main" id="{B6DEB58B-8D28-4BE9-9CA9-F4B3A083B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7" name="Freeform 14">
              <a:extLst>
                <a:ext uri="{FF2B5EF4-FFF2-40B4-BE49-F238E27FC236}">
                  <a16:creationId xmlns:a16="http://schemas.microsoft.com/office/drawing/2014/main" id="{25A772BC-4720-4EC2-AD61-A7B74E915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8" name="Freeform 15">
              <a:extLst>
                <a:ext uri="{FF2B5EF4-FFF2-40B4-BE49-F238E27FC236}">
                  <a16:creationId xmlns:a16="http://schemas.microsoft.com/office/drawing/2014/main" id="{60D6B27E-FAC5-4267-80A9-DE4D2E02B8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9" name="Freeform 16">
              <a:extLst>
                <a:ext uri="{FF2B5EF4-FFF2-40B4-BE49-F238E27FC236}">
                  <a16:creationId xmlns:a16="http://schemas.microsoft.com/office/drawing/2014/main" id="{1F39FA83-D8C8-4CE3-9C62-10375FD04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0" name="Freeform 17">
              <a:extLst>
                <a:ext uri="{FF2B5EF4-FFF2-40B4-BE49-F238E27FC236}">
                  <a16:creationId xmlns:a16="http://schemas.microsoft.com/office/drawing/2014/main" id="{E09B4CF3-A51F-4787-81FE-F5C79BA42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1" name="Freeform 18">
              <a:extLst>
                <a:ext uri="{FF2B5EF4-FFF2-40B4-BE49-F238E27FC236}">
                  <a16:creationId xmlns:a16="http://schemas.microsoft.com/office/drawing/2014/main" id="{6695CB35-74E4-43C0-89F5-9FDA59B3A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2" name="Freeform 19">
              <a:extLst>
                <a:ext uri="{FF2B5EF4-FFF2-40B4-BE49-F238E27FC236}">
                  <a16:creationId xmlns:a16="http://schemas.microsoft.com/office/drawing/2014/main" id="{945450CE-FB13-4C46-825F-5BB1917033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3" name="Freeform 20">
              <a:extLst>
                <a:ext uri="{FF2B5EF4-FFF2-40B4-BE49-F238E27FC236}">
                  <a16:creationId xmlns:a16="http://schemas.microsoft.com/office/drawing/2014/main" id="{E80AA0B2-7FE7-4B75-AC25-E0F6C0FE45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4" name="Freeform 21">
              <a:extLst>
                <a:ext uri="{FF2B5EF4-FFF2-40B4-BE49-F238E27FC236}">
                  <a16:creationId xmlns:a16="http://schemas.microsoft.com/office/drawing/2014/main" id="{2E81F7C1-AD8F-41A0-91A8-E05F66CB0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5" name="Freeform 22">
              <a:extLst>
                <a:ext uri="{FF2B5EF4-FFF2-40B4-BE49-F238E27FC236}">
                  <a16:creationId xmlns:a16="http://schemas.microsoft.com/office/drawing/2014/main" id="{F4E8A538-9FFA-4C76-BCE2-D54F56A115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6" name="Freeform 23">
              <a:extLst>
                <a:ext uri="{FF2B5EF4-FFF2-40B4-BE49-F238E27FC236}">
                  <a16:creationId xmlns:a16="http://schemas.microsoft.com/office/drawing/2014/main" id="{3C412824-3CBA-4E74-B2FD-936EA70486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7" name="Freeform 24">
              <a:extLst>
                <a:ext uri="{FF2B5EF4-FFF2-40B4-BE49-F238E27FC236}">
                  <a16:creationId xmlns:a16="http://schemas.microsoft.com/office/drawing/2014/main" id="{E28DC1F0-74FF-4D97-BD4D-FD42DE4AC6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8" name="Freeform 25">
              <a:extLst>
                <a:ext uri="{FF2B5EF4-FFF2-40B4-BE49-F238E27FC236}">
                  <a16:creationId xmlns:a16="http://schemas.microsoft.com/office/drawing/2014/main" id="{77CEC4FA-6FD3-4ABF-BF98-94E7947A5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9" name="Freeform 26">
              <a:extLst>
                <a:ext uri="{FF2B5EF4-FFF2-40B4-BE49-F238E27FC236}">
                  <a16:creationId xmlns:a16="http://schemas.microsoft.com/office/drawing/2014/main" id="{D4E61DA7-BFA9-48AF-BD6F-EBB15C2359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0" name="Freeform 27">
              <a:extLst>
                <a:ext uri="{FF2B5EF4-FFF2-40B4-BE49-F238E27FC236}">
                  <a16:creationId xmlns:a16="http://schemas.microsoft.com/office/drawing/2014/main" id="{57164D6A-1DD9-43AE-878F-A413DC26FB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1" name="Freeform 28">
              <a:extLst>
                <a:ext uri="{FF2B5EF4-FFF2-40B4-BE49-F238E27FC236}">
                  <a16:creationId xmlns:a16="http://schemas.microsoft.com/office/drawing/2014/main" id="{4949EBA6-53D9-4F2D-91DB-EA7AE260F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2" name="Freeform 29">
              <a:extLst>
                <a:ext uri="{FF2B5EF4-FFF2-40B4-BE49-F238E27FC236}">
                  <a16:creationId xmlns:a16="http://schemas.microsoft.com/office/drawing/2014/main" id="{0AFEA5FA-F759-441C-A0BC-7EDC79A67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3" name="Freeform 30">
              <a:extLst>
                <a:ext uri="{FF2B5EF4-FFF2-40B4-BE49-F238E27FC236}">
                  <a16:creationId xmlns:a16="http://schemas.microsoft.com/office/drawing/2014/main" id="{5B913AE0-5DC8-4244-8C26-ED97F834E3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4" name="Freeform 31">
              <a:extLst>
                <a:ext uri="{FF2B5EF4-FFF2-40B4-BE49-F238E27FC236}">
                  <a16:creationId xmlns:a16="http://schemas.microsoft.com/office/drawing/2014/main" id="{A87DB58A-25D2-46F1-85E3-06F964D01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5" name="Freeform 32">
              <a:extLst>
                <a:ext uri="{FF2B5EF4-FFF2-40B4-BE49-F238E27FC236}">
                  <a16:creationId xmlns:a16="http://schemas.microsoft.com/office/drawing/2014/main" id="{E7AE8209-F3E7-4ACA-98D0-90B282A147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6" name="Rectangle 33">
              <a:extLst>
                <a:ext uri="{FF2B5EF4-FFF2-40B4-BE49-F238E27FC236}">
                  <a16:creationId xmlns:a16="http://schemas.microsoft.com/office/drawing/2014/main" id="{1CED7927-A7C7-444A-A8F3-6348852AE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07" name="Freeform 34">
              <a:extLst>
                <a:ext uri="{FF2B5EF4-FFF2-40B4-BE49-F238E27FC236}">
                  <a16:creationId xmlns:a16="http://schemas.microsoft.com/office/drawing/2014/main" id="{08BEDF90-F9A6-4DE4-94B6-43E416039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8" name="Freeform 35">
              <a:extLst>
                <a:ext uri="{FF2B5EF4-FFF2-40B4-BE49-F238E27FC236}">
                  <a16:creationId xmlns:a16="http://schemas.microsoft.com/office/drawing/2014/main" id="{36540D5F-1C77-438A-BF12-56455C472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9" name="Freeform 36">
              <a:extLst>
                <a:ext uri="{FF2B5EF4-FFF2-40B4-BE49-F238E27FC236}">
                  <a16:creationId xmlns:a16="http://schemas.microsoft.com/office/drawing/2014/main" id="{52FC779A-BC55-40AC-8FFD-E014F8C05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0" name="Freeform 37">
              <a:extLst>
                <a:ext uri="{FF2B5EF4-FFF2-40B4-BE49-F238E27FC236}">
                  <a16:creationId xmlns:a16="http://schemas.microsoft.com/office/drawing/2014/main" id="{63E42DE5-DC0E-4043-8A35-20C53074A2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1" name="Freeform 38">
              <a:extLst>
                <a:ext uri="{FF2B5EF4-FFF2-40B4-BE49-F238E27FC236}">
                  <a16:creationId xmlns:a16="http://schemas.microsoft.com/office/drawing/2014/main" id="{41581FA6-993A-4899-ADF1-0A83A6234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2" name="Freeform 39">
              <a:extLst>
                <a:ext uri="{FF2B5EF4-FFF2-40B4-BE49-F238E27FC236}">
                  <a16:creationId xmlns:a16="http://schemas.microsoft.com/office/drawing/2014/main" id="{33C4FDB9-01D2-4CB0-BFED-216CAC7EB8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3" name="Freeform 40">
              <a:extLst>
                <a:ext uri="{FF2B5EF4-FFF2-40B4-BE49-F238E27FC236}">
                  <a16:creationId xmlns:a16="http://schemas.microsoft.com/office/drawing/2014/main" id="{34E715AB-2B68-41C4-A61F-02C413F242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4" name="Freeform 41">
              <a:extLst>
                <a:ext uri="{FF2B5EF4-FFF2-40B4-BE49-F238E27FC236}">
                  <a16:creationId xmlns:a16="http://schemas.microsoft.com/office/drawing/2014/main" id="{D3861C35-D060-408D-9871-4DA2D0547B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5" name="Freeform 42">
              <a:extLst>
                <a:ext uri="{FF2B5EF4-FFF2-40B4-BE49-F238E27FC236}">
                  <a16:creationId xmlns:a16="http://schemas.microsoft.com/office/drawing/2014/main" id="{B4F4F38F-33FE-48A0-986D-FB771F18B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6" name="Freeform 43">
              <a:extLst>
                <a:ext uri="{FF2B5EF4-FFF2-40B4-BE49-F238E27FC236}">
                  <a16:creationId xmlns:a16="http://schemas.microsoft.com/office/drawing/2014/main" id="{50FCFC8E-2DC3-4F27-9E02-196830E78D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7" name="Freeform 44">
              <a:extLst>
                <a:ext uri="{FF2B5EF4-FFF2-40B4-BE49-F238E27FC236}">
                  <a16:creationId xmlns:a16="http://schemas.microsoft.com/office/drawing/2014/main" id="{3A6EE414-1500-4144-B453-BA950E5107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8" name="Rectangle 45">
              <a:extLst>
                <a:ext uri="{FF2B5EF4-FFF2-40B4-BE49-F238E27FC236}">
                  <a16:creationId xmlns:a16="http://schemas.microsoft.com/office/drawing/2014/main" id="{0C1A9D8A-5515-4C84-AE17-A6D512438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19" name="Freeform 46">
              <a:extLst>
                <a:ext uri="{FF2B5EF4-FFF2-40B4-BE49-F238E27FC236}">
                  <a16:creationId xmlns:a16="http://schemas.microsoft.com/office/drawing/2014/main" id="{E8E7C8C7-FE85-4C8F-960C-3748511E0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0" name="Freeform 47">
              <a:extLst>
                <a:ext uri="{FF2B5EF4-FFF2-40B4-BE49-F238E27FC236}">
                  <a16:creationId xmlns:a16="http://schemas.microsoft.com/office/drawing/2014/main" id="{33DF2ED7-F601-4A9F-AA50-822ED85D56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1" name="Freeform 48">
              <a:extLst>
                <a:ext uri="{FF2B5EF4-FFF2-40B4-BE49-F238E27FC236}">
                  <a16:creationId xmlns:a16="http://schemas.microsoft.com/office/drawing/2014/main" id="{FEDB3A05-6FDD-4E87-B800-8F9975244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2" name="Freeform 49">
              <a:extLst>
                <a:ext uri="{FF2B5EF4-FFF2-40B4-BE49-F238E27FC236}">
                  <a16:creationId xmlns:a16="http://schemas.microsoft.com/office/drawing/2014/main" id="{AD6225C0-E391-49D5-9A7B-57C5ED60E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3" name="Freeform 50">
              <a:extLst>
                <a:ext uri="{FF2B5EF4-FFF2-40B4-BE49-F238E27FC236}">
                  <a16:creationId xmlns:a16="http://schemas.microsoft.com/office/drawing/2014/main" id="{B814B458-45E5-451C-9CBD-027E3776A4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4" name="Freeform 51">
              <a:extLst>
                <a:ext uri="{FF2B5EF4-FFF2-40B4-BE49-F238E27FC236}">
                  <a16:creationId xmlns:a16="http://schemas.microsoft.com/office/drawing/2014/main" id="{59167140-9A0D-4FE7-8E37-2CD6130116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5" name="Freeform 52">
              <a:extLst>
                <a:ext uri="{FF2B5EF4-FFF2-40B4-BE49-F238E27FC236}">
                  <a16:creationId xmlns:a16="http://schemas.microsoft.com/office/drawing/2014/main" id="{2D38B213-991B-495D-8886-04CAD44C7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6" name="Freeform 53">
              <a:extLst>
                <a:ext uri="{FF2B5EF4-FFF2-40B4-BE49-F238E27FC236}">
                  <a16:creationId xmlns:a16="http://schemas.microsoft.com/office/drawing/2014/main" id="{67C1C3DA-3972-4D98-9D9E-390461B28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7" name="Freeform 54">
              <a:extLst>
                <a:ext uri="{FF2B5EF4-FFF2-40B4-BE49-F238E27FC236}">
                  <a16:creationId xmlns:a16="http://schemas.microsoft.com/office/drawing/2014/main" id="{972F8941-61DB-48E1-B9C1-E73247056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8" name="Freeform 55">
              <a:extLst>
                <a:ext uri="{FF2B5EF4-FFF2-40B4-BE49-F238E27FC236}">
                  <a16:creationId xmlns:a16="http://schemas.microsoft.com/office/drawing/2014/main" id="{857B495F-5C9B-435F-8D39-45CC57471F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9" name="Freeform 56">
              <a:extLst>
                <a:ext uri="{FF2B5EF4-FFF2-40B4-BE49-F238E27FC236}">
                  <a16:creationId xmlns:a16="http://schemas.microsoft.com/office/drawing/2014/main" id="{B607428B-B7C9-4017-84F8-19C9B2134A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0" name="Freeform 57">
              <a:extLst>
                <a:ext uri="{FF2B5EF4-FFF2-40B4-BE49-F238E27FC236}">
                  <a16:creationId xmlns:a16="http://schemas.microsoft.com/office/drawing/2014/main" id="{A20C5139-2108-4F5E-B892-64F1D8605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1" name="Freeform 58">
              <a:extLst>
                <a:ext uri="{FF2B5EF4-FFF2-40B4-BE49-F238E27FC236}">
                  <a16:creationId xmlns:a16="http://schemas.microsoft.com/office/drawing/2014/main" id="{C2A51623-F2F3-4584-93F5-598E56A5F4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</p:spTree>
    <p:extLst>
      <p:ext uri="{BB962C8B-B14F-4D97-AF65-F5344CB8AC3E}">
        <p14:creationId xmlns:p14="http://schemas.microsoft.com/office/powerpoint/2010/main" val="5394654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34" name="Group 8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1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3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 useBgFill="1">
        <p:nvSpPr>
          <p:cNvPr id="135" name="Rectangle 64">
            <a:extLst>
              <a:ext uri="{FF2B5EF4-FFF2-40B4-BE49-F238E27FC236}">
                <a16:creationId xmlns:a16="http://schemas.microsoft.com/office/drawing/2014/main" id="{B7D4B16D-600A-41A1-8B1B-3727C56C0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6" name="Group 66">
            <a:extLst>
              <a:ext uri="{FF2B5EF4-FFF2-40B4-BE49-F238E27FC236}">
                <a16:creationId xmlns:a16="http://schemas.microsoft.com/office/drawing/2014/main" id="{DE7C35E0-BD19-4AFC-81BF-7A7507E9C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60000"/>
            </a:schemeClr>
          </a:solidFill>
          <a:effectLst/>
        </p:grpSpPr>
        <p:sp>
          <p:nvSpPr>
            <p:cNvPr id="68" name="Rectangle 5">
              <a:extLst>
                <a:ext uri="{FF2B5EF4-FFF2-40B4-BE49-F238E27FC236}">
                  <a16:creationId xmlns:a16="http://schemas.microsoft.com/office/drawing/2014/main" id="{1E08D20A-3975-4596-85C6-D46799586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7" name="Freeform 6">
              <a:extLst>
                <a:ext uri="{FF2B5EF4-FFF2-40B4-BE49-F238E27FC236}">
                  <a16:creationId xmlns:a16="http://schemas.microsoft.com/office/drawing/2014/main" id="{630A9349-BFE4-4720-A229-98DCD3B69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28487744-BBC9-4D40-85B3-0D45003C3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1" name="Rectangle 8">
              <a:extLst>
                <a:ext uri="{FF2B5EF4-FFF2-40B4-BE49-F238E27FC236}">
                  <a16:creationId xmlns:a16="http://schemas.microsoft.com/office/drawing/2014/main" id="{FAD6EF4D-97BD-46B4-9B5B-CD70971DD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210DCC42-11D2-4162-B47A-869B3F669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DE4880D6-6ECE-4F1B-B474-FE3940D04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1">
              <a:extLst>
                <a:ext uri="{FF2B5EF4-FFF2-40B4-BE49-F238E27FC236}">
                  <a16:creationId xmlns:a16="http://schemas.microsoft.com/office/drawing/2014/main" id="{A1A39307-F675-49D2-9E45-28DA2AB5C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2">
              <a:extLst>
                <a:ext uri="{FF2B5EF4-FFF2-40B4-BE49-F238E27FC236}">
                  <a16:creationId xmlns:a16="http://schemas.microsoft.com/office/drawing/2014/main" id="{AC5E23C5-C5D6-4BC3-9531-C0B2D7D29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3">
              <a:extLst>
                <a:ext uri="{FF2B5EF4-FFF2-40B4-BE49-F238E27FC236}">
                  <a16:creationId xmlns:a16="http://schemas.microsoft.com/office/drawing/2014/main" id="{4D3FC0A7-9672-4B19-8D54-71C3B39F7A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4">
              <a:extLst>
                <a:ext uri="{FF2B5EF4-FFF2-40B4-BE49-F238E27FC236}">
                  <a16:creationId xmlns:a16="http://schemas.microsoft.com/office/drawing/2014/main" id="{9911D04C-3FFB-4D1E-8F59-5C02692E3E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5">
              <a:extLst>
                <a:ext uri="{FF2B5EF4-FFF2-40B4-BE49-F238E27FC236}">
                  <a16:creationId xmlns:a16="http://schemas.microsoft.com/office/drawing/2014/main" id="{A0178C8F-EF32-4F3D-B022-60A7DE136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6">
              <a:extLst>
                <a:ext uri="{FF2B5EF4-FFF2-40B4-BE49-F238E27FC236}">
                  <a16:creationId xmlns:a16="http://schemas.microsoft.com/office/drawing/2014/main" id="{EEB2DD25-DE0D-48CE-8218-E4EF12273A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7">
              <a:extLst>
                <a:ext uri="{FF2B5EF4-FFF2-40B4-BE49-F238E27FC236}">
                  <a16:creationId xmlns:a16="http://schemas.microsoft.com/office/drawing/2014/main" id="{13C92E55-66CB-48F7-BF28-5D8ED146BB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8">
              <a:extLst>
                <a:ext uri="{FF2B5EF4-FFF2-40B4-BE49-F238E27FC236}">
                  <a16:creationId xmlns:a16="http://schemas.microsoft.com/office/drawing/2014/main" id="{CB0B6C7B-4820-48AB-92AF-896559F00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19">
              <a:extLst>
                <a:ext uri="{FF2B5EF4-FFF2-40B4-BE49-F238E27FC236}">
                  <a16:creationId xmlns:a16="http://schemas.microsoft.com/office/drawing/2014/main" id="{2018EECD-4518-458F-989E-6FCAE5AE0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0">
              <a:extLst>
                <a:ext uri="{FF2B5EF4-FFF2-40B4-BE49-F238E27FC236}">
                  <a16:creationId xmlns:a16="http://schemas.microsoft.com/office/drawing/2014/main" id="{1FB0915F-3C52-468A-87E7-F3EE381DA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1">
              <a:extLst>
                <a:ext uri="{FF2B5EF4-FFF2-40B4-BE49-F238E27FC236}">
                  <a16:creationId xmlns:a16="http://schemas.microsoft.com/office/drawing/2014/main" id="{7B184771-5A8E-4ED5-9179-24B19F26C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2">
              <a:extLst>
                <a:ext uri="{FF2B5EF4-FFF2-40B4-BE49-F238E27FC236}">
                  <a16:creationId xmlns:a16="http://schemas.microsoft.com/office/drawing/2014/main" id="{BC5162D1-D64C-4FBA-BE86-11B27A743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3">
              <a:extLst>
                <a:ext uri="{FF2B5EF4-FFF2-40B4-BE49-F238E27FC236}">
                  <a16:creationId xmlns:a16="http://schemas.microsoft.com/office/drawing/2014/main" id="{9EFF345C-6A58-4123-B2D1-2ED9E3691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4">
              <a:extLst>
                <a:ext uri="{FF2B5EF4-FFF2-40B4-BE49-F238E27FC236}">
                  <a16:creationId xmlns:a16="http://schemas.microsoft.com/office/drawing/2014/main" id="{03CE89F7-AE1C-4370-920E-EE04C4124F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5">
              <a:extLst>
                <a:ext uri="{FF2B5EF4-FFF2-40B4-BE49-F238E27FC236}">
                  <a16:creationId xmlns:a16="http://schemas.microsoft.com/office/drawing/2014/main" id="{D6E298F6-F99D-49EF-B614-24D2179C23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6">
              <a:extLst>
                <a:ext uri="{FF2B5EF4-FFF2-40B4-BE49-F238E27FC236}">
                  <a16:creationId xmlns:a16="http://schemas.microsoft.com/office/drawing/2014/main" id="{2424FD35-451D-468C-9EB2-8DA350C12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7">
              <a:extLst>
                <a:ext uri="{FF2B5EF4-FFF2-40B4-BE49-F238E27FC236}">
                  <a16:creationId xmlns:a16="http://schemas.microsoft.com/office/drawing/2014/main" id="{45BC0C6F-B91F-42CC-9046-522FE8223C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8">
              <a:extLst>
                <a:ext uri="{FF2B5EF4-FFF2-40B4-BE49-F238E27FC236}">
                  <a16:creationId xmlns:a16="http://schemas.microsoft.com/office/drawing/2014/main" id="{F88AFBEE-A8B5-4B18-B834-5269F6C13C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29">
              <a:extLst>
                <a:ext uri="{FF2B5EF4-FFF2-40B4-BE49-F238E27FC236}">
                  <a16:creationId xmlns:a16="http://schemas.microsoft.com/office/drawing/2014/main" id="{64B0F493-EC69-4C85-87D4-287628231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0">
              <a:extLst>
                <a:ext uri="{FF2B5EF4-FFF2-40B4-BE49-F238E27FC236}">
                  <a16:creationId xmlns:a16="http://schemas.microsoft.com/office/drawing/2014/main" id="{09920E7F-979C-40F6-8FB1-791325A4A4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1">
              <a:extLst>
                <a:ext uri="{FF2B5EF4-FFF2-40B4-BE49-F238E27FC236}">
                  <a16:creationId xmlns:a16="http://schemas.microsoft.com/office/drawing/2014/main" id="{1387BCC3-D7BF-443E-B18C-87B696E64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Freeform 32">
              <a:extLst>
                <a:ext uri="{FF2B5EF4-FFF2-40B4-BE49-F238E27FC236}">
                  <a16:creationId xmlns:a16="http://schemas.microsoft.com/office/drawing/2014/main" id="{F1C0670D-9FA2-48D7-AFDB-4438ECC3EE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6" name="Rectangle 33">
              <a:extLst>
                <a:ext uri="{FF2B5EF4-FFF2-40B4-BE49-F238E27FC236}">
                  <a16:creationId xmlns:a16="http://schemas.microsoft.com/office/drawing/2014/main" id="{34088C0C-CAD1-4E66-A162-1D7020365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7" name="Freeform 34">
              <a:extLst>
                <a:ext uri="{FF2B5EF4-FFF2-40B4-BE49-F238E27FC236}">
                  <a16:creationId xmlns:a16="http://schemas.microsoft.com/office/drawing/2014/main" id="{B8C224A6-72B4-4763-B708-65A321D0D6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5">
              <a:extLst>
                <a:ext uri="{FF2B5EF4-FFF2-40B4-BE49-F238E27FC236}">
                  <a16:creationId xmlns:a16="http://schemas.microsoft.com/office/drawing/2014/main" id="{2EE3A964-523C-470B-8B10-09053452C5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6">
              <a:extLst>
                <a:ext uri="{FF2B5EF4-FFF2-40B4-BE49-F238E27FC236}">
                  <a16:creationId xmlns:a16="http://schemas.microsoft.com/office/drawing/2014/main" id="{1B87487E-C0EA-4E2A-8FC0-3D4C4F0177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7">
              <a:extLst>
                <a:ext uri="{FF2B5EF4-FFF2-40B4-BE49-F238E27FC236}">
                  <a16:creationId xmlns:a16="http://schemas.microsoft.com/office/drawing/2014/main" id="{D8B57E7E-D885-4A0B-BBA0-E3BC3A68CD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8">
              <a:extLst>
                <a:ext uri="{FF2B5EF4-FFF2-40B4-BE49-F238E27FC236}">
                  <a16:creationId xmlns:a16="http://schemas.microsoft.com/office/drawing/2014/main" id="{6FB84573-B84B-4571-A6E5-91CD308E7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39">
              <a:extLst>
                <a:ext uri="{FF2B5EF4-FFF2-40B4-BE49-F238E27FC236}">
                  <a16:creationId xmlns:a16="http://schemas.microsoft.com/office/drawing/2014/main" id="{7EE5EE00-E139-4AB9-ACFC-5E39CFA95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0">
              <a:extLst>
                <a:ext uri="{FF2B5EF4-FFF2-40B4-BE49-F238E27FC236}">
                  <a16:creationId xmlns:a16="http://schemas.microsoft.com/office/drawing/2014/main" id="{5A38A6AA-6753-4EFE-94BB-96DF73975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1">
              <a:extLst>
                <a:ext uri="{FF2B5EF4-FFF2-40B4-BE49-F238E27FC236}">
                  <a16:creationId xmlns:a16="http://schemas.microsoft.com/office/drawing/2014/main" id="{506AB599-570B-4547-97F4-F2C672301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2">
              <a:extLst>
                <a:ext uri="{FF2B5EF4-FFF2-40B4-BE49-F238E27FC236}">
                  <a16:creationId xmlns:a16="http://schemas.microsoft.com/office/drawing/2014/main" id="{9AFDEA1E-DBAB-4507-8D36-786F19A85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3">
              <a:extLst>
                <a:ext uri="{FF2B5EF4-FFF2-40B4-BE49-F238E27FC236}">
                  <a16:creationId xmlns:a16="http://schemas.microsoft.com/office/drawing/2014/main" id="{C824D6F7-0BDF-4C8C-869D-BDDEB0764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Freeform 44">
              <a:extLst>
                <a:ext uri="{FF2B5EF4-FFF2-40B4-BE49-F238E27FC236}">
                  <a16:creationId xmlns:a16="http://schemas.microsoft.com/office/drawing/2014/main" id="{6953C491-AE0F-4D2B-9474-18D5E8B5DC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8" name="Rectangle 45">
              <a:extLst>
                <a:ext uri="{FF2B5EF4-FFF2-40B4-BE49-F238E27FC236}">
                  <a16:creationId xmlns:a16="http://schemas.microsoft.com/office/drawing/2014/main" id="{5B956350-9BDD-4090-B2B6-12C13D1CE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9" name="Freeform 46">
              <a:extLst>
                <a:ext uri="{FF2B5EF4-FFF2-40B4-BE49-F238E27FC236}">
                  <a16:creationId xmlns:a16="http://schemas.microsoft.com/office/drawing/2014/main" id="{ECE31E80-E354-44C3-81E0-4E3E41DDF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7">
              <a:extLst>
                <a:ext uri="{FF2B5EF4-FFF2-40B4-BE49-F238E27FC236}">
                  <a16:creationId xmlns:a16="http://schemas.microsoft.com/office/drawing/2014/main" id="{9DFA35DB-5360-405A-A7EB-064E51FBC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8">
              <a:extLst>
                <a:ext uri="{FF2B5EF4-FFF2-40B4-BE49-F238E27FC236}">
                  <a16:creationId xmlns:a16="http://schemas.microsoft.com/office/drawing/2014/main" id="{2DA499BD-4313-4AD1-BE87-4BEF50FEC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49">
              <a:extLst>
                <a:ext uri="{FF2B5EF4-FFF2-40B4-BE49-F238E27FC236}">
                  <a16:creationId xmlns:a16="http://schemas.microsoft.com/office/drawing/2014/main" id="{680E4C6D-12D1-417A-A709-EC416D98F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0">
              <a:extLst>
                <a:ext uri="{FF2B5EF4-FFF2-40B4-BE49-F238E27FC236}">
                  <a16:creationId xmlns:a16="http://schemas.microsoft.com/office/drawing/2014/main" id="{C93537B4-09B6-4CC6-92DE-3D3BDAC7A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1">
              <a:extLst>
                <a:ext uri="{FF2B5EF4-FFF2-40B4-BE49-F238E27FC236}">
                  <a16:creationId xmlns:a16="http://schemas.microsoft.com/office/drawing/2014/main" id="{5D100FC5-9EA8-4DA7-AFA4-BC60831FD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2">
              <a:extLst>
                <a:ext uri="{FF2B5EF4-FFF2-40B4-BE49-F238E27FC236}">
                  <a16:creationId xmlns:a16="http://schemas.microsoft.com/office/drawing/2014/main" id="{3F10D757-6A3B-4314-9755-419B3738E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3">
              <a:extLst>
                <a:ext uri="{FF2B5EF4-FFF2-40B4-BE49-F238E27FC236}">
                  <a16:creationId xmlns:a16="http://schemas.microsoft.com/office/drawing/2014/main" id="{28A4D881-D08B-4AAF-866D-7C3160112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4">
              <a:extLst>
                <a:ext uri="{FF2B5EF4-FFF2-40B4-BE49-F238E27FC236}">
                  <a16:creationId xmlns:a16="http://schemas.microsoft.com/office/drawing/2014/main" id="{A666F3F8-571E-483F-9B9F-31EDB91A9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5">
              <a:extLst>
                <a:ext uri="{FF2B5EF4-FFF2-40B4-BE49-F238E27FC236}">
                  <a16:creationId xmlns:a16="http://schemas.microsoft.com/office/drawing/2014/main" id="{18305C0F-0A00-450D-92A1-313C724398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6">
              <a:extLst>
                <a:ext uri="{FF2B5EF4-FFF2-40B4-BE49-F238E27FC236}">
                  <a16:creationId xmlns:a16="http://schemas.microsoft.com/office/drawing/2014/main" id="{9A5635D8-CCB7-4D16-BB87-B1BC1AC97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7">
              <a:extLst>
                <a:ext uri="{FF2B5EF4-FFF2-40B4-BE49-F238E27FC236}">
                  <a16:creationId xmlns:a16="http://schemas.microsoft.com/office/drawing/2014/main" id="{7C10A784-B5EE-4486-96E7-3CC72B93A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1" name="Freeform 58">
              <a:extLst>
                <a:ext uri="{FF2B5EF4-FFF2-40B4-BE49-F238E27FC236}">
                  <a16:creationId xmlns:a16="http://schemas.microsoft.com/office/drawing/2014/main" id="{AE5FA7CA-916C-4A34-A727-E0289D891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pic>
        <p:nvPicPr>
          <p:cNvPr id="138" name="Picture 2">
            <a:extLst>
              <a:ext uri="{FF2B5EF4-FFF2-40B4-BE49-F238E27FC236}">
                <a16:creationId xmlns:a16="http://schemas.microsoft.com/office/drawing/2014/main" id="{51039561-92F9-40EE-900B-6AA0F5804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9525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8E82638-5ADF-42B1-9A80-EAFBAA51A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113" y="1122363"/>
            <a:ext cx="4527929" cy="4287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000"/>
              <a:t>Les normes</a:t>
            </a:r>
          </a:p>
        </p:txBody>
      </p:sp>
      <p:cxnSp>
        <p:nvCxnSpPr>
          <p:cNvPr id="139" name="Straight Connector 124">
            <a:extLst>
              <a:ext uri="{FF2B5EF4-FFF2-40B4-BE49-F238E27FC236}">
                <a16:creationId xmlns:a16="http://schemas.microsoft.com/office/drawing/2014/main" id="{D902DA06-324A-48CE-8C20-94535480A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133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4674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1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3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B7D4B16D-600A-41A1-8B1B-3727C56C0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E7C35E0-BD19-4AFC-81BF-7A7507E9C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60000"/>
            </a:schemeClr>
          </a:solidFill>
          <a:effectLst/>
        </p:grpSpPr>
        <p:sp>
          <p:nvSpPr>
            <p:cNvPr id="68" name="Rectangle 5">
              <a:extLst>
                <a:ext uri="{FF2B5EF4-FFF2-40B4-BE49-F238E27FC236}">
                  <a16:creationId xmlns:a16="http://schemas.microsoft.com/office/drawing/2014/main" id="{1E08D20A-3975-4596-85C6-D46799586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9" name="Freeform 6">
              <a:extLst>
                <a:ext uri="{FF2B5EF4-FFF2-40B4-BE49-F238E27FC236}">
                  <a16:creationId xmlns:a16="http://schemas.microsoft.com/office/drawing/2014/main" id="{630A9349-BFE4-4720-A229-98DCD3B69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28487744-BBC9-4D40-85B3-0D45003C3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1" name="Rectangle 8">
              <a:extLst>
                <a:ext uri="{FF2B5EF4-FFF2-40B4-BE49-F238E27FC236}">
                  <a16:creationId xmlns:a16="http://schemas.microsoft.com/office/drawing/2014/main" id="{FAD6EF4D-97BD-46B4-9B5B-CD70971DD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2" name="Freeform 9">
              <a:extLst>
                <a:ext uri="{FF2B5EF4-FFF2-40B4-BE49-F238E27FC236}">
                  <a16:creationId xmlns:a16="http://schemas.microsoft.com/office/drawing/2014/main" id="{210DCC42-11D2-4162-B47A-869B3F669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DE4880D6-6ECE-4F1B-B474-FE3940D04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1">
              <a:extLst>
                <a:ext uri="{FF2B5EF4-FFF2-40B4-BE49-F238E27FC236}">
                  <a16:creationId xmlns:a16="http://schemas.microsoft.com/office/drawing/2014/main" id="{A1A39307-F675-49D2-9E45-28DA2AB5C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2">
              <a:extLst>
                <a:ext uri="{FF2B5EF4-FFF2-40B4-BE49-F238E27FC236}">
                  <a16:creationId xmlns:a16="http://schemas.microsoft.com/office/drawing/2014/main" id="{AC5E23C5-C5D6-4BC3-9531-C0B2D7D29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3">
              <a:extLst>
                <a:ext uri="{FF2B5EF4-FFF2-40B4-BE49-F238E27FC236}">
                  <a16:creationId xmlns:a16="http://schemas.microsoft.com/office/drawing/2014/main" id="{4D3FC0A7-9672-4B19-8D54-71C3B39F7A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4">
              <a:extLst>
                <a:ext uri="{FF2B5EF4-FFF2-40B4-BE49-F238E27FC236}">
                  <a16:creationId xmlns:a16="http://schemas.microsoft.com/office/drawing/2014/main" id="{9911D04C-3FFB-4D1E-8F59-5C02692E3E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5">
              <a:extLst>
                <a:ext uri="{FF2B5EF4-FFF2-40B4-BE49-F238E27FC236}">
                  <a16:creationId xmlns:a16="http://schemas.microsoft.com/office/drawing/2014/main" id="{A0178C8F-EF32-4F3D-B022-60A7DE136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6">
              <a:extLst>
                <a:ext uri="{FF2B5EF4-FFF2-40B4-BE49-F238E27FC236}">
                  <a16:creationId xmlns:a16="http://schemas.microsoft.com/office/drawing/2014/main" id="{EEB2DD25-DE0D-48CE-8218-E4EF12273A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7">
              <a:extLst>
                <a:ext uri="{FF2B5EF4-FFF2-40B4-BE49-F238E27FC236}">
                  <a16:creationId xmlns:a16="http://schemas.microsoft.com/office/drawing/2014/main" id="{13C92E55-66CB-48F7-BF28-5D8ED146BB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8">
              <a:extLst>
                <a:ext uri="{FF2B5EF4-FFF2-40B4-BE49-F238E27FC236}">
                  <a16:creationId xmlns:a16="http://schemas.microsoft.com/office/drawing/2014/main" id="{CB0B6C7B-4820-48AB-92AF-896559F00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19">
              <a:extLst>
                <a:ext uri="{FF2B5EF4-FFF2-40B4-BE49-F238E27FC236}">
                  <a16:creationId xmlns:a16="http://schemas.microsoft.com/office/drawing/2014/main" id="{2018EECD-4518-458F-989E-6FCAE5AE0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0">
              <a:extLst>
                <a:ext uri="{FF2B5EF4-FFF2-40B4-BE49-F238E27FC236}">
                  <a16:creationId xmlns:a16="http://schemas.microsoft.com/office/drawing/2014/main" id="{1FB0915F-3C52-468A-87E7-F3EE381DA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1">
              <a:extLst>
                <a:ext uri="{FF2B5EF4-FFF2-40B4-BE49-F238E27FC236}">
                  <a16:creationId xmlns:a16="http://schemas.microsoft.com/office/drawing/2014/main" id="{7B184771-5A8E-4ED5-9179-24B19F26C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2">
              <a:extLst>
                <a:ext uri="{FF2B5EF4-FFF2-40B4-BE49-F238E27FC236}">
                  <a16:creationId xmlns:a16="http://schemas.microsoft.com/office/drawing/2014/main" id="{BC5162D1-D64C-4FBA-BE86-11B27A743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3">
              <a:extLst>
                <a:ext uri="{FF2B5EF4-FFF2-40B4-BE49-F238E27FC236}">
                  <a16:creationId xmlns:a16="http://schemas.microsoft.com/office/drawing/2014/main" id="{9EFF345C-6A58-4123-B2D1-2ED9E3691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4">
              <a:extLst>
                <a:ext uri="{FF2B5EF4-FFF2-40B4-BE49-F238E27FC236}">
                  <a16:creationId xmlns:a16="http://schemas.microsoft.com/office/drawing/2014/main" id="{03CE89F7-AE1C-4370-920E-EE04C4124F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5">
              <a:extLst>
                <a:ext uri="{FF2B5EF4-FFF2-40B4-BE49-F238E27FC236}">
                  <a16:creationId xmlns:a16="http://schemas.microsoft.com/office/drawing/2014/main" id="{D6E298F6-F99D-49EF-B614-24D2179C23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6">
              <a:extLst>
                <a:ext uri="{FF2B5EF4-FFF2-40B4-BE49-F238E27FC236}">
                  <a16:creationId xmlns:a16="http://schemas.microsoft.com/office/drawing/2014/main" id="{2424FD35-451D-468C-9EB2-8DA350C12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7">
              <a:extLst>
                <a:ext uri="{FF2B5EF4-FFF2-40B4-BE49-F238E27FC236}">
                  <a16:creationId xmlns:a16="http://schemas.microsoft.com/office/drawing/2014/main" id="{45BC0C6F-B91F-42CC-9046-522FE8223C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8">
              <a:extLst>
                <a:ext uri="{FF2B5EF4-FFF2-40B4-BE49-F238E27FC236}">
                  <a16:creationId xmlns:a16="http://schemas.microsoft.com/office/drawing/2014/main" id="{F88AFBEE-A8B5-4B18-B834-5269F6C13C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29">
              <a:extLst>
                <a:ext uri="{FF2B5EF4-FFF2-40B4-BE49-F238E27FC236}">
                  <a16:creationId xmlns:a16="http://schemas.microsoft.com/office/drawing/2014/main" id="{64B0F493-EC69-4C85-87D4-287628231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0">
              <a:extLst>
                <a:ext uri="{FF2B5EF4-FFF2-40B4-BE49-F238E27FC236}">
                  <a16:creationId xmlns:a16="http://schemas.microsoft.com/office/drawing/2014/main" id="{09920E7F-979C-40F6-8FB1-791325A4A4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1">
              <a:extLst>
                <a:ext uri="{FF2B5EF4-FFF2-40B4-BE49-F238E27FC236}">
                  <a16:creationId xmlns:a16="http://schemas.microsoft.com/office/drawing/2014/main" id="{1387BCC3-D7BF-443E-B18C-87B696E64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Freeform 32">
              <a:extLst>
                <a:ext uri="{FF2B5EF4-FFF2-40B4-BE49-F238E27FC236}">
                  <a16:creationId xmlns:a16="http://schemas.microsoft.com/office/drawing/2014/main" id="{F1C0670D-9FA2-48D7-AFDB-4438ECC3EE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6" name="Rectangle 33">
              <a:extLst>
                <a:ext uri="{FF2B5EF4-FFF2-40B4-BE49-F238E27FC236}">
                  <a16:creationId xmlns:a16="http://schemas.microsoft.com/office/drawing/2014/main" id="{34088C0C-CAD1-4E66-A162-1D7020365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7" name="Freeform 34">
              <a:extLst>
                <a:ext uri="{FF2B5EF4-FFF2-40B4-BE49-F238E27FC236}">
                  <a16:creationId xmlns:a16="http://schemas.microsoft.com/office/drawing/2014/main" id="{B8C224A6-72B4-4763-B708-65A321D0D6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5">
              <a:extLst>
                <a:ext uri="{FF2B5EF4-FFF2-40B4-BE49-F238E27FC236}">
                  <a16:creationId xmlns:a16="http://schemas.microsoft.com/office/drawing/2014/main" id="{2EE3A964-523C-470B-8B10-09053452C5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6">
              <a:extLst>
                <a:ext uri="{FF2B5EF4-FFF2-40B4-BE49-F238E27FC236}">
                  <a16:creationId xmlns:a16="http://schemas.microsoft.com/office/drawing/2014/main" id="{1B87487E-C0EA-4E2A-8FC0-3D4C4F0177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7">
              <a:extLst>
                <a:ext uri="{FF2B5EF4-FFF2-40B4-BE49-F238E27FC236}">
                  <a16:creationId xmlns:a16="http://schemas.microsoft.com/office/drawing/2014/main" id="{D8B57E7E-D885-4A0B-BBA0-E3BC3A68CD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8">
              <a:extLst>
                <a:ext uri="{FF2B5EF4-FFF2-40B4-BE49-F238E27FC236}">
                  <a16:creationId xmlns:a16="http://schemas.microsoft.com/office/drawing/2014/main" id="{6FB84573-B84B-4571-A6E5-91CD308E7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39">
              <a:extLst>
                <a:ext uri="{FF2B5EF4-FFF2-40B4-BE49-F238E27FC236}">
                  <a16:creationId xmlns:a16="http://schemas.microsoft.com/office/drawing/2014/main" id="{7EE5EE00-E139-4AB9-ACFC-5E39CFA95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0">
              <a:extLst>
                <a:ext uri="{FF2B5EF4-FFF2-40B4-BE49-F238E27FC236}">
                  <a16:creationId xmlns:a16="http://schemas.microsoft.com/office/drawing/2014/main" id="{5A38A6AA-6753-4EFE-94BB-96DF73975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1">
              <a:extLst>
                <a:ext uri="{FF2B5EF4-FFF2-40B4-BE49-F238E27FC236}">
                  <a16:creationId xmlns:a16="http://schemas.microsoft.com/office/drawing/2014/main" id="{506AB599-570B-4547-97F4-F2C672301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2">
              <a:extLst>
                <a:ext uri="{FF2B5EF4-FFF2-40B4-BE49-F238E27FC236}">
                  <a16:creationId xmlns:a16="http://schemas.microsoft.com/office/drawing/2014/main" id="{9AFDEA1E-DBAB-4507-8D36-786F19A85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3">
              <a:extLst>
                <a:ext uri="{FF2B5EF4-FFF2-40B4-BE49-F238E27FC236}">
                  <a16:creationId xmlns:a16="http://schemas.microsoft.com/office/drawing/2014/main" id="{C824D6F7-0BDF-4C8C-869D-BDDEB0764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Freeform 44">
              <a:extLst>
                <a:ext uri="{FF2B5EF4-FFF2-40B4-BE49-F238E27FC236}">
                  <a16:creationId xmlns:a16="http://schemas.microsoft.com/office/drawing/2014/main" id="{6953C491-AE0F-4D2B-9474-18D5E8B5DC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8" name="Rectangle 45">
              <a:extLst>
                <a:ext uri="{FF2B5EF4-FFF2-40B4-BE49-F238E27FC236}">
                  <a16:creationId xmlns:a16="http://schemas.microsoft.com/office/drawing/2014/main" id="{5B956350-9BDD-4090-B2B6-12C13D1CE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9" name="Freeform 46">
              <a:extLst>
                <a:ext uri="{FF2B5EF4-FFF2-40B4-BE49-F238E27FC236}">
                  <a16:creationId xmlns:a16="http://schemas.microsoft.com/office/drawing/2014/main" id="{ECE31E80-E354-44C3-81E0-4E3E41DDF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7">
              <a:extLst>
                <a:ext uri="{FF2B5EF4-FFF2-40B4-BE49-F238E27FC236}">
                  <a16:creationId xmlns:a16="http://schemas.microsoft.com/office/drawing/2014/main" id="{9DFA35DB-5360-405A-A7EB-064E51FBC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8">
              <a:extLst>
                <a:ext uri="{FF2B5EF4-FFF2-40B4-BE49-F238E27FC236}">
                  <a16:creationId xmlns:a16="http://schemas.microsoft.com/office/drawing/2014/main" id="{2DA499BD-4313-4AD1-BE87-4BEF50FEC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49">
              <a:extLst>
                <a:ext uri="{FF2B5EF4-FFF2-40B4-BE49-F238E27FC236}">
                  <a16:creationId xmlns:a16="http://schemas.microsoft.com/office/drawing/2014/main" id="{680E4C6D-12D1-417A-A709-EC416D98F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0">
              <a:extLst>
                <a:ext uri="{FF2B5EF4-FFF2-40B4-BE49-F238E27FC236}">
                  <a16:creationId xmlns:a16="http://schemas.microsoft.com/office/drawing/2014/main" id="{C93537B4-09B6-4CC6-92DE-3D3BDAC7A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1">
              <a:extLst>
                <a:ext uri="{FF2B5EF4-FFF2-40B4-BE49-F238E27FC236}">
                  <a16:creationId xmlns:a16="http://schemas.microsoft.com/office/drawing/2014/main" id="{5D100FC5-9EA8-4DA7-AFA4-BC60831FD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2">
              <a:extLst>
                <a:ext uri="{FF2B5EF4-FFF2-40B4-BE49-F238E27FC236}">
                  <a16:creationId xmlns:a16="http://schemas.microsoft.com/office/drawing/2014/main" id="{3F10D757-6A3B-4314-9755-419B3738E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3">
              <a:extLst>
                <a:ext uri="{FF2B5EF4-FFF2-40B4-BE49-F238E27FC236}">
                  <a16:creationId xmlns:a16="http://schemas.microsoft.com/office/drawing/2014/main" id="{28A4D881-D08B-4AAF-866D-7C3160112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4">
              <a:extLst>
                <a:ext uri="{FF2B5EF4-FFF2-40B4-BE49-F238E27FC236}">
                  <a16:creationId xmlns:a16="http://schemas.microsoft.com/office/drawing/2014/main" id="{A666F3F8-571E-483F-9B9F-31EDB91A9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5">
              <a:extLst>
                <a:ext uri="{FF2B5EF4-FFF2-40B4-BE49-F238E27FC236}">
                  <a16:creationId xmlns:a16="http://schemas.microsoft.com/office/drawing/2014/main" id="{18305C0F-0A00-450D-92A1-313C724398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6">
              <a:extLst>
                <a:ext uri="{FF2B5EF4-FFF2-40B4-BE49-F238E27FC236}">
                  <a16:creationId xmlns:a16="http://schemas.microsoft.com/office/drawing/2014/main" id="{9A5635D8-CCB7-4D16-BB87-B1BC1AC97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7">
              <a:extLst>
                <a:ext uri="{FF2B5EF4-FFF2-40B4-BE49-F238E27FC236}">
                  <a16:creationId xmlns:a16="http://schemas.microsoft.com/office/drawing/2014/main" id="{7C10A784-B5EE-4486-96E7-3CC72B93A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1" name="Freeform 58">
              <a:extLst>
                <a:ext uri="{FF2B5EF4-FFF2-40B4-BE49-F238E27FC236}">
                  <a16:creationId xmlns:a16="http://schemas.microsoft.com/office/drawing/2014/main" id="{AE5FA7CA-916C-4A34-A727-E0289D891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pic>
        <p:nvPicPr>
          <p:cNvPr id="123" name="Picture 2">
            <a:extLst>
              <a:ext uri="{FF2B5EF4-FFF2-40B4-BE49-F238E27FC236}">
                <a16:creationId xmlns:a16="http://schemas.microsoft.com/office/drawing/2014/main" id="{51039561-92F9-40EE-900B-6AA0F5804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9525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CCC992A-35E2-4887-AF89-EAE6870F7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113" y="1122363"/>
            <a:ext cx="4527929" cy="4287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000"/>
              <a:t>Les valeurs</a:t>
            </a:r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D902DA06-324A-48CE-8C20-94535480A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133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7671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099F55-6CBB-48BA-9552-943BE29BE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105" y="1044072"/>
            <a:ext cx="4897368" cy="372772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Les </a:t>
            </a:r>
            <a:r>
              <a:rPr lang="en-US" sz="5400" dirty="0" err="1">
                <a:solidFill>
                  <a:srgbClr val="FFFFFF"/>
                </a:solidFill>
              </a:rPr>
              <a:t>enjeux</a:t>
            </a:r>
            <a:r>
              <a:rPr lang="en-US" sz="5400" dirty="0">
                <a:solidFill>
                  <a:srgbClr val="FFFFFF"/>
                </a:solidFill>
              </a:rPr>
              <a:t> </a:t>
            </a:r>
            <a:r>
              <a:rPr lang="en-US" sz="5400" dirty="0" err="1">
                <a:solidFill>
                  <a:srgbClr val="FFFFFF"/>
                </a:solidFill>
              </a:rPr>
              <a:t>éthiques</a:t>
            </a:r>
            <a:br>
              <a:rPr lang="en-US" sz="5400" dirty="0">
                <a:solidFill>
                  <a:srgbClr val="FFFFFF"/>
                </a:solidFill>
              </a:rPr>
            </a:br>
            <a:br>
              <a:rPr lang="en-US" sz="5400" dirty="0">
                <a:solidFill>
                  <a:srgbClr val="FFFFFF"/>
                </a:solidFill>
              </a:rPr>
            </a:br>
            <a:r>
              <a:rPr lang="en-US" sz="2400" dirty="0">
                <a:solidFill>
                  <a:srgbClr val="FFFFFF"/>
                </a:solidFill>
              </a:rPr>
              <a:t>les </a:t>
            </a:r>
            <a:r>
              <a:rPr lang="en-US" sz="2400" dirty="0" err="1">
                <a:solidFill>
                  <a:srgbClr val="FFFFFF"/>
                </a:solidFill>
              </a:rPr>
              <a:t>ingalités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>
                <a:solidFill>
                  <a:srgbClr val="FFFFFF"/>
                </a:solidFill>
              </a:rPr>
              <a:t>économiques</a:t>
            </a:r>
            <a:r>
              <a:rPr lang="en-US" sz="2400" dirty="0">
                <a:solidFill>
                  <a:srgbClr val="FFFFFF"/>
                </a:solidFill>
              </a:rPr>
              <a:t> et </a:t>
            </a:r>
            <a:r>
              <a:rPr lang="en-US" sz="2400" dirty="0" err="1">
                <a:solidFill>
                  <a:srgbClr val="FFFFFF"/>
                </a:solidFill>
              </a:rPr>
              <a:t>raciales</a:t>
            </a:r>
            <a:r>
              <a:rPr lang="en-US" sz="2400" dirty="0">
                <a:solidFill>
                  <a:srgbClr val="FFFFFF"/>
                </a:solidFill>
              </a:rPr>
              <a:t>, la destruction de </a:t>
            </a:r>
            <a:r>
              <a:rPr lang="en-US" sz="2400" dirty="0" err="1">
                <a:solidFill>
                  <a:srgbClr val="FFFFFF"/>
                </a:solidFill>
              </a:rPr>
              <a:t>l’environnement</a:t>
            </a:r>
            <a:r>
              <a:rPr lang="en-US" sz="2400" dirty="0">
                <a:solidFill>
                  <a:srgbClr val="FFFFFF"/>
                </a:solidFill>
              </a:rPr>
              <a:t>, la corruption </a:t>
            </a:r>
            <a:r>
              <a:rPr lang="en-US" sz="2400" dirty="0" err="1">
                <a:solidFill>
                  <a:srgbClr val="FFFFFF"/>
                </a:solidFill>
              </a:rPr>
              <a:t>politique</a:t>
            </a:r>
            <a:r>
              <a:rPr lang="en-US" sz="2400" dirty="0">
                <a:solidFill>
                  <a:srgbClr val="FFFFFF"/>
                </a:solidFill>
              </a:rPr>
              <a:t>, etc…</a:t>
            </a:r>
            <a:endParaRPr lang="en-US" sz="4800" dirty="0">
              <a:solidFill>
                <a:srgbClr val="FFFFFF"/>
              </a:solidFill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4553" y="1044072"/>
            <a:ext cx="6727447" cy="448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8467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013EE9-9AD8-44E2-BDAD-C4272CCE2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Le pluralisme et la crise des valeurs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1657BA-4C75-4507-A40C-603712B3A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CA" dirty="0"/>
              <a:t>Société multiculturelle comme le Canada : plusieurs cultures, plusieurs religions, plusieurs valeurs</a:t>
            </a:r>
          </a:p>
          <a:p>
            <a:r>
              <a:rPr lang="fr-CA" dirty="0"/>
              <a:t>« Chacun ses valeurs »</a:t>
            </a:r>
          </a:p>
          <a:p>
            <a:r>
              <a:rPr lang="fr-CA" dirty="0"/>
              <a:t> Problème : Sans consensus social sur la morale il peut être difficile de s’entendre surtout quand des valeurs importantes entrent en conflit.</a:t>
            </a:r>
          </a:p>
          <a:p>
            <a:r>
              <a:rPr lang="fr-CA" dirty="0"/>
              <a:t>Solution : Chercher des valeurs fondamentale et universelle et repenser la manière de prendre des décisions en morale (ex : inclusion)</a:t>
            </a:r>
          </a:p>
          <a:p>
            <a:pPr marL="0" indent="0">
              <a:buNone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474044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1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3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61C6D790-69F0-40CA-813A-84D724D1C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48476"/>
          </a:xfrm>
          <a:prstGeom prst="rect">
            <a:avLst/>
          </a:prstGeom>
          <a:solidFill>
            <a:schemeClr val="bg2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ound Diagonal Corner Rectangle 7">
            <a:extLst>
              <a:ext uri="{FF2B5EF4-FFF2-40B4-BE49-F238E27FC236}">
                <a16:creationId xmlns:a16="http://schemas.microsoft.com/office/drawing/2014/main" id="{F5A78137-DBB7-4A93-98AC-5606814E2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40673" y="806450"/>
            <a:ext cx="9319476" cy="4502149"/>
          </a:xfrm>
          <a:prstGeom prst="round2DiagRect">
            <a:avLst>
              <a:gd name="adj1" fmla="val 7929"/>
              <a:gd name="adj2" fmla="val 0"/>
            </a:avLst>
          </a:prstGeom>
          <a:solidFill>
            <a:schemeClr val="bg2">
              <a:lumMod val="50000"/>
              <a:alpha val="80000"/>
            </a:schemeClr>
          </a:solidFill>
          <a:ln w="19050" cap="sq">
            <a:solidFill>
              <a:srgbClr val="FFFFFF">
                <a:alpha val="60000"/>
              </a:srgbClr>
            </a:solidFill>
            <a:miter lim="800000"/>
          </a:ln>
          <a:effectLst>
            <a:outerShdw blurRad="88900" dist="38100" dir="5400000" algn="t" rotWithShape="0">
              <a:srgbClr val="092338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ED17537-23B7-4C4A-8E50-D7A283FA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4560" y="1620838"/>
            <a:ext cx="7135566" cy="265697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Les </a:t>
            </a:r>
            <a:r>
              <a:rPr lang="en-US" sz="6000" dirty="0" err="1">
                <a:solidFill>
                  <a:srgbClr val="FFFFFF"/>
                </a:solidFill>
              </a:rPr>
              <a:t>dilemmes</a:t>
            </a:r>
            <a:r>
              <a:rPr lang="en-US" sz="5400" dirty="0">
                <a:solidFill>
                  <a:srgbClr val="FFFFFF"/>
                </a:solidFill>
              </a:rPr>
              <a:t> </a:t>
            </a:r>
            <a:r>
              <a:rPr lang="en-US" sz="5400" dirty="0" err="1">
                <a:solidFill>
                  <a:srgbClr val="FFFFFF"/>
                </a:solidFill>
              </a:rPr>
              <a:t>moraux</a:t>
            </a:r>
            <a:br>
              <a:rPr lang="en-US" sz="5400" dirty="0">
                <a:solidFill>
                  <a:srgbClr val="FFFFFF"/>
                </a:solidFill>
              </a:rPr>
            </a:br>
            <a:br>
              <a:rPr lang="en-US" sz="2000" dirty="0">
                <a:solidFill>
                  <a:srgbClr val="FFFFFF"/>
                </a:solidFill>
              </a:rPr>
            </a:br>
            <a:br>
              <a:rPr lang="en-US" sz="5400" dirty="0">
                <a:solidFill>
                  <a:srgbClr val="FFFFFF"/>
                </a:solidFill>
              </a:rPr>
            </a:br>
            <a:r>
              <a:rPr lang="fr-FR" dirty="0"/>
              <a:t>Est-il parfois juste de mentir?</a:t>
            </a:r>
            <a:br>
              <a:rPr lang="fr-FR" dirty="0"/>
            </a:br>
            <a:r>
              <a:rPr lang="fr-FR" dirty="0"/>
              <a:t>Avons-nous parfois raison de mentir?</a:t>
            </a:r>
            <a:endParaRPr lang="en-US" sz="5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1992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eeing the world through the lens of possibilit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7030" y="241222"/>
            <a:ext cx="9929042" cy="6616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CA" dirty="0"/>
              <a:t>Les théories éthiques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4764631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CA" dirty="0"/>
              <a:t>Les théories éthiques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L’utilitarisme</a:t>
            </a:r>
          </a:p>
          <a:p>
            <a:r>
              <a:rPr lang="fr-CA" dirty="0"/>
              <a:t>Le </a:t>
            </a:r>
            <a:r>
              <a:rPr lang="fr-CA" dirty="0" err="1"/>
              <a:t>déontologisme</a:t>
            </a:r>
            <a:endParaRPr lang="fr-CA" dirty="0"/>
          </a:p>
          <a:p>
            <a:r>
              <a:rPr lang="fr-CA" dirty="0"/>
              <a:t>L’éthique des vertus</a:t>
            </a:r>
          </a:p>
        </p:txBody>
      </p:sp>
    </p:spTree>
    <p:extLst>
      <p:ext uri="{BB962C8B-B14F-4D97-AF65-F5344CB8AC3E}">
        <p14:creationId xmlns:p14="http://schemas.microsoft.com/office/powerpoint/2010/main" val="24286209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CA" dirty="0"/>
              <a:t>Récapitulatif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294" y="2249487"/>
            <a:ext cx="6045763" cy="3161024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450" y="4238399"/>
            <a:ext cx="4087373" cy="2724915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39332"/>
            <a:ext cx="4672977" cy="358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2573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1375F2-60B1-44ED-B60A-019C4BD5A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80000"/>
                </a:schemeClr>
              </a:gs>
            </a:gsLst>
            <a:lin ang="5400000" scaled="0"/>
            <a:tileRect/>
          </a:gra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1099D7CF-9EF3-42A3-AE5B-AB4D2EF2E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fr-CA" dirty="0"/>
              <a:t>Pourquoi la société contemporaine a-t-elle besoin d’éthique?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7D247C-313F-4882-B734-5B83A2A8A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3541714"/>
          </a:xfrm>
        </p:spPr>
        <p:txBody>
          <a:bodyPr>
            <a:normAutofit/>
          </a:bodyPr>
          <a:lstStyle/>
          <a:p>
            <a:endParaRPr lang="fr-CA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485B3F6-654D-4842-A2DE-677D12FED4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40" name="Freeform 32">
              <a:extLst>
                <a:ext uri="{FF2B5EF4-FFF2-40B4-BE49-F238E27FC236}">
                  <a16:creationId xmlns:a16="http://schemas.microsoft.com/office/drawing/2014/main" id="{BF4365F4-C63C-4FC2-907B-1F7D414B95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33">
              <a:extLst>
                <a:ext uri="{FF2B5EF4-FFF2-40B4-BE49-F238E27FC236}">
                  <a16:creationId xmlns:a16="http://schemas.microsoft.com/office/drawing/2014/main" id="{B0538225-01AB-41C4-9A02-FE1BD81D6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4">
              <a:extLst>
                <a:ext uri="{FF2B5EF4-FFF2-40B4-BE49-F238E27FC236}">
                  <a16:creationId xmlns:a16="http://schemas.microsoft.com/office/drawing/2014/main" id="{66942F07-D7CC-49EB-BF73-8B94D5F4FC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5">
              <a:extLst>
                <a:ext uri="{FF2B5EF4-FFF2-40B4-BE49-F238E27FC236}">
                  <a16:creationId xmlns:a16="http://schemas.microsoft.com/office/drawing/2014/main" id="{4D3CACE0-3AC7-4A9F-9A3F-1694ACCD47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6">
              <a:extLst>
                <a:ext uri="{FF2B5EF4-FFF2-40B4-BE49-F238E27FC236}">
                  <a16:creationId xmlns:a16="http://schemas.microsoft.com/office/drawing/2014/main" id="{19063B47-FBFB-4EA1-A3FB-BECE005F48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7">
              <a:extLst>
                <a:ext uri="{FF2B5EF4-FFF2-40B4-BE49-F238E27FC236}">
                  <a16:creationId xmlns:a16="http://schemas.microsoft.com/office/drawing/2014/main" id="{B856863B-C809-4C31-94D0-659A91851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8">
              <a:extLst>
                <a:ext uri="{FF2B5EF4-FFF2-40B4-BE49-F238E27FC236}">
                  <a16:creationId xmlns:a16="http://schemas.microsoft.com/office/drawing/2014/main" id="{298CB3D7-7373-4AC6-9E2C-4AFDDE280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39">
              <a:extLst>
                <a:ext uri="{FF2B5EF4-FFF2-40B4-BE49-F238E27FC236}">
                  <a16:creationId xmlns:a16="http://schemas.microsoft.com/office/drawing/2014/main" id="{7DE09F1B-2326-4ED3-B63B-A30815DDEC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0">
              <a:extLst>
                <a:ext uri="{FF2B5EF4-FFF2-40B4-BE49-F238E27FC236}">
                  <a16:creationId xmlns:a16="http://schemas.microsoft.com/office/drawing/2014/main" id="{2498F244-3CE6-4D90-B5CF-5189DB17D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Rectangle 41">
              <a:extLst>
                <a:ext uri="{FF2B5EF4-FFF2-40B4-BE49-F238E27FC236}">
                  <a16:creationId xmlns:a16="http://schemas.microsoft.com/office/drawing/2014/main" id="{9A30DD13-FA10-4B9F-8B4D-97B7287B82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</p:grpSp>
    </p:spTree>
    <p:extLst>
      <p:ext uri="{BB962C8B-B14F-4D97-AF65-F5344CB8AC3E}">
        <p14:creationId xmlns:p14="http://schemas.microsoft.com/office/powerpoint/2010/main" val="1771374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99D7CF-9EF3-42A3-AE5B-AB4D2EF2E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fr-CA" dirty="0"/>
              <a:t>Pourquoi la société contemporaine a-t-elle besoin d’éthique?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7D247C-313F-4882-B734-5B83A2A8A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3541714"/>
          </a:xfrm>
        </p:spPr>
        <p:txBody>
          <a:bodyPr>
            <a:normAutofit/>
          </a:bodyPr>
          <a:lstStyle/>
          <a:p>
            <a:r>
              <a:rPr lang="fr-CA" dirty="0"/>
              <a:t>Notre société est de plus en plus complexe.</a:t>
            </a:r>
          </a:p>
          <a:p>
            <a:r>
              <a:rPr lang="fr-CA" dirty="0"/>
              <a:t>La science et la technologie avancent à un rythme qui dépasse de loin celui des mœurs.</a:t>
            </a:r>
          </a:p>
          <a:p>
            <a:r>
              <a:rPr lang="fr-CA" dirty="0"/>
              <a:t>Il est crucial en tant que société de se mettre d’accord sur l’utilisation de nouvelles technologies et façons de faire sans quoi notre progrès se retourne contre nous.</a:t>
            </a:r>
          </a:p>
        </p:txBody>
      </p:sp>
    </p:spTree>
    <p:extLst>
      <p:ext uri="{BB962C8B-B14F-4D97-AF65-F5344CB8AC3E}">
        <p14:creationId xmlns:p14="http://schemas.microsoft.com/office/powerpoint/2010/main" val="2160139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9ACD3AF8-B16E-4174-8C1A-41F683C4A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F5EAD09-B81D-415F-8BCF-73C81AE05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CFB79010-8ED4-49EF-AFD2-F4D8C80B6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649B869-006E-42B5-9DDC-21049B130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443096BD-333F-48B6-8220-D1F9793E40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1A45BB9A-7E84-4B9B-923A-270A97F852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D7D7C768-2F76-4DE2-A807-1B9FFF81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1870B32E-EE42-470E-B543-CA55AEC8C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EF09120-11AA-4DB5-98A8-EC4923002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39CC463D-589C-461C-A234-0460EB06B8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B6516153-269A-421E-A021-CB3F3C5E1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45E14300-6C4A-4F77-915F-F3B25B0237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5">
              <a:extLst>
                <a:ext uri="{FF2B5EF4-FFF2-40B4-BE49-F238E27FC236}">
                  <a16:creationId xmlns:a16="http://schemas.microsoft.com/office/drawing/2014/main" id="{993E312A-E6A6-4B52-ADE6-618ADC89BA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6">
              <a:extLst>
                <a:ext uri="{FF2B5EF4-FFF2-40B4-BE49-F238E27FC236}">
                  <a16:creationId xmlns:a16="http://schemas.microsoft.com/office/drawing/2014/main" id="{2F0F3026-2480-472B-8C52-36812C81E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7">
              <a:extLst>
                <a:ext uri="{FF2B5EF4-FFF2-40B4-BE49-F238E27FC236}">
                  <a16:creationId xmlns:a16="http://schemas.microsoft.com/office/drawing/2014/main" id="{34E1C992-559D-4827-9F30-31A3CA7A2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8">
              <a:extLst>
                <a:ext uri="{FF2B5EF4-FFF2-40B4-BE49-F238E27FC236}">
                  <a16:creationId xmlns:a16="http://schemas.microsoft.com/office/drawing/2014/main" id="{D9F2FB98-F443-498F-AAD9-694582568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9">
              <a:extLst>
                <a:ext uri="{FF2B5EF4-FFF2-40B4-BE49-F238E27FC236}">
                  <a16:creationId xmlns:a16="http://schemas.microsoft.com/office/drawing/2014/main" id="{75DBF6EC-ED50-43E4-8A8B-64CE86A88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20">
              <a:extLst>
                <a:ext uri="{FF2B5EF4-FFF2-40B4-BE49-F238E27FC236}">
                  <a16:creationId xmlns:a16="http://schemas.microsoft.com/office/drawing/2014/main" id="{FD854F40-AC43-4F21-9C62-2CE35CFD2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62CCB560-494A-4F74-9DE4-068806A893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2">
              <a:extLst>
                <a:ext uri="{FF2B5EF4-FFF2-40B4-BE49-F238E27FC236}">
                  <a16:creationId xmlns:a16="http://schemas.microsoft.com/office/drawing/2014/main" id="{6F9A05F2-B5D2-4D8A-9A78-14E45C13F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3">
              <a:extLst>
                <a:ext uri="{FF2B5EF4-FFF2-40B4-BE49-F238E27FC236}">
                  <a16:creationId xmlns:a16="http://schemas.microsoft.com/office/drawing/2014/main" id="{A6373189-19BB-4BEC-84A3-432253E05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4">
              <a:extLst>
                <a:ext uri="{FF2B5EF4-FFF2-40B4-BE49-F238E27FC236}">
                  <a16:creationId xmlns:a16="http://schemas.microsoft.com/office/drawing/2014/main" id="{71AB3122-947A-44DB-B190-A2601C6C95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5">
              <a:extLst>
                <a:ext uri="{FF2B5EF4-FFF2-40B4-BE49-F238E27FC236}">
                  <a16:creationId xmlns:a16="http://schemas.microsoft.com/office/drawing/2014/main" id="{74B4109D-3AFC-4D44-87B1-0CDED3E63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44AAD39F-F7C9-4D00-95E0-0465B4E85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C1DCAB8D-6EF6-4A84-8D0C-AA9226DEC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C407F97F-83CF-4703-B9E0-6335530E32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0D8D2363-5D84-4CFF-89AA-3C93C859D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0435A35C-AC99-4E12-8CB0-9C640DAA9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F20392CF-2256-4527-836B-2E6F88596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C52C3AD3-122C-4010-9C55-B0247F8CCA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Rectangle 33">
              <a:extLst>
                <a:ext uri="{FF2B5EF4-FFF2-40B4-BE49-F238E27FC236}">
                  <a16:creationId xmlns:a16="http://schemas.microsoft.com/office/drawing/2014/main" id="{EFCB53ED-09C0-4AD7-9BBC-366833D5FE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6F309F52-BFCF-47D9-8089-BC049540DB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5F9AE85F-C7AA-4761-B468-2E100829BC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2C81C778-91E5-4AE9-AACB-8566E7A28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6C56E0B4-58A0-4B2B-BD56-54121BB8DB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88A29CFE-13A6-4509-946F-5C074F856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9">
              <a:extLst>
                <a:ext uri="{FF2B5EF4-FFF2-40B4-BE49-F238E27FC236}">
                  <a16:creationId xmlns:a16="http://schemas.microsoft.com/office/drawing/2014/main" id="{00235A0A-018B-4499-AC16-AF83457BF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40">
              <a:extLst>
                <a:ext uri="{FF2B5EF4-FFF2-40B4-BE49-F238E27FC236}">
                  <a16:creationId xmlns:a16="http://schemas.microsoft.com/office/drawing/2014/main" id="{861DF9B7-50DC-4EBE-8B23-97FE92DBBB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41">
              <a:extLst>
                <a:ext uri="{FF2B5EF4-FFF2-40B4-BE49-F238E27FC236}">
                  <a16:creationId xmlns:a16="http://schemas.microsoft.com/office/drawing/2014/main" id="{69673907-73D7-4729-A911-9BD078EC2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2">
              <a:extLst>
                <a:ext uri="{FF2B5EF4-FFF2-40B4-BE49-F238E27FC236}">
                  <a16:creationId xmlns:a16="http://schemas.microsoft.com/office/drawing/2014/main" id="{4DC844D3-8053-4EE7-A286-50157B6FD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3">
              <a:extLst>
                <a:ext uri="{FF2B5EF4-FFF2-40B4-BE49-F238E27FC236}">
                  <a16:creationId xmlns:a16="http://schemas.microsoft.com/office/drawing/2014/main" id="{D67575A0-A45A-4773-874C-16370E3670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4">
              <a:extLst>
                <a:ext uri="{FF2B5EF4-FFF2-40B4-BE49-F238E27FC236}">
                  <a16:creationId xmlns:a16="http://schemas.microsoft.com/office/drawing/2014/main" id="{4327252B-B62B-4DE0-A924-B7F6E40AD9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Rectangle 45">
              <a:extLst>
                <a:ext uri="{FF2B5EF4-FFF2-40B4-BE49-F238E27FC236}">
                  <a16:creationId xmlns:a16="http://schemas.microsoft.com/office/drawing/2014/main" id="{778BC6A7-AC19-497B-A7C6-E447B2EBD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1" name="Freeform 46">
              <a:extLst>
                <a:ext uri="{FF2B5EF4-FFF2-40B4-BE49-F238E27FC236}">
                  <a16:creationId xmlns:a16="http://schemas.microsoft.com/office/drawing/2014/main" id="{4E79A87B-BF1F-437A-9FED-BE93025E5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Freeform 47">
              <a:extLst>
                <a:ext uri="{FF2B5EF4-FFF2-40B4-BE49-F238E27FC236}">
                  <a16:creationId xmlns:a16="http://schemas.microsoft.com/office/drawing/2014/main" id="{DFAAF3CC-B4E0-45C8-AC2D-EF0D6D823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3" name="Freeform 48">
              <a:extLst>
                <a:ext uri="{FF2B5EF4-FFF2-40B4-BE49-F238E27FC236}">
                  <a16:creationId xmlns:a16="http://schemas.microsoft.com/office/drawing/2014/main" id="{A5A12C87-1E4A-4664-B2F4-A1C8B656F9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9">
              <a:extLst>
                <a:ext uri="{FF2B5EF4-FFF2-40B4-BE49-F238E27FC236}">
                  <a16:creationId xmlns:a16="http://schemas.microsoft.com/office/drawing/2014/main" id="{B3AF8230-4630-4505-ADDB-16A9B6B37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50">
              <a:extLst>
                <a:ext uri="{FF2B5EF4-FFF2-40B4-BE49-F238E27FC236}">
                  <a16:creationId xmlns:a16="http://schemas.microsoft.com/office/drawing/2014/main" id="{33F93F6D-724D-42F3-AF1D-3081EAB5D1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51">
              <a:extLst>
                <a:ext uri="{FF2B5EF4-FFF2-40B4-BE49-F238E27FC236}">
                  <a16:creationId xmlns:a16="http://schemas.microsoft.com/office/drawing/2014/main" id="{F5DD7A8F-FB67-4E79-80DB-0FAF3A0989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2">
              <a:extLst>
                <a:ext uri="{FF2B5EF4-FFF2-40B4-BE49-F238E27FC236}">
                  <a16:creationId xmlns:a16="http://schemas.microsoft.com/office/drawing/2014/main" id="{7B140A84-E89E-4A80-9DF8-7BCA45F908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3">
              <a:extLst>
                <a:ext uri="{FF2B5EF4-FFF2-40B4-BE49-F238E27FC236}">
                  <a16:creationId xmlns:a16="http://schemas.microsoft.com/office/drawing/2014/main" id="{279E1D6A-EFE2-44C6-A5BF-DFADF0DC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4">
              <a:extLst>
                <a:ext uri="{FF2B5EF4-FFF2-40B4-BE49-F238E27FC236}">
                  <a16:creationId xmlns:a16="http://schemas.microsoft.com/office/drawing/2014/main" id="{C9FA2204-561F-4ABB-988C-03053820F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5">
              <a:extLst>
                <a:ext uri="{FF2B5EF4-FFF2-40B4-BE49-F238E27FC236}">
                  <a16:creationId xmlns:a16="http://schemas.microsoft.com/office/drawing/2014/main" id="{8BD7D04E-AC0A-424F-BC40-28842DAFFA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6">
              <a:extLst>
                <a:ext uri="{FF2B5EF4-FFF2-40B4-BE49-F238E27FC236}">
                  <a16:creationId xmlns:a16="http://schemas.microsoft.com/office/drawing/2014/main" id="{32B616A2-FE09-47DD-B58C-12EE58B7C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7">
              <a:extLst>
                <a:ext uri="{FF2B5EF4-FFF2-40B4-BE49-F238E27FC236}">
                  <a16:creationId xmlns:a16="http://schemas.microsoft.com/office/drawing/2014/main" id="{08C5EAF5-6064-484E-BA05-80D09D84E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8">
              <a:extLst>
                <a:ext uri="{FF2B5EF4-FFF2-40B4-BE49-F238E27FC236}">
                  <a16:creationId xmlns:a16="http://schemas.microsoft.com/office/drawing/2014/main" id="{F11D90DF-D275-4725-884C-77E5E01D8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65" name="Rectangle 64">
            <a:extLst>
              <a:ext uri="{FF2B5EF4-FFF2-40B4-BE49-F238E27FC236}">
                <a16:creationId xmlns:a16="http://schemas.microsoft.com/office/drawing/2014/main" id="{FBF262B2-1C5F-4CB8-AA8F-3AB3518A7A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7BD4B03-929E-466B-8CBA-058D6C32D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8255" y="1122363"/>
            <a:ext cx="5928545" cy="4167188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6000" dirty="0" err="1"/>
              <a:t>N’oubliez</a:t>
            </a:r>
            <a:r>
              <a:rPr lang="en-US" sz="6000" dirty="0"/>
              <a:t> pas </a:t>
            </a:r>
            <a:r>
              <a:rPr lang="en-US" sz="6000" dirty="0" err="1"/>
              <a:t>votre</a:t>
            </a:r>
            <a:r>
              <a:rPr lang="en-US" sz="6000" dirty="0"/>
              <a:t> tweet!</a:t>
            </a:r>
            <a:br>
              <a:rPr lang="en-US" sz="6000" dirty="0"/>
            </a:br>
            <a:br>
              <a:rPr lang="en-US" sz="6000" dirty="0"/>
            </a:br>
            <a:r>
              <a:rPr lang="fr-FR" dirty="0"/>
              <a:t>Est-il parfois juste de mentir?</a:t>
            </a:r>
            <a:br>
              <a:rPr lang="en-US" sz="6000" dirty="0"/>
            </a:br>
            <a:endParaRPr lang="en-US" sz="6000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39A127B-EE0D-40AB-A1C2-E338456D0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4654296" cy="6858001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2E8B9490-B2A4-456F-857B-73B2B568AC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rgbClr val="000000">
              <a:alpha val="25000"/>
            </a:srgbClr>
          </a:solidFill>
          <a:effectLst/>
        </p:grpSpPr>
        <p:sp>
          <p:nvSpPr>
            <p:cNvPr id="70" name="Rectangle 5">
              <a:extLst>
                <a:ext uri="{FF2B5EF4-FFF2-40B4-BE49-F238E27FC236}">
                  <a16:creationId xmlns:a16="http://schemas.microsoft.com/office/drawing/2014/main" id="{5AD2700F-8E8F-4C41-9B6C-DF81FEE356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6">
              <a:extLst>
                <a:ext uri="{FF2B5EF4-FFF2-40B4-BE49-F238E27FC236}">
                  <a16:creationId xmlns:a16="http://schemas.microsoft.com/office/drawing/2014/main" id="{8276D76E-2558-4C4C-B335-930C11C06C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7">
              <a:extLst>
                <a:ext uri="{FF2B5EF4-FFF2-40B4-BE49-F238E27FC236}">
                  <a16:creationId xmlns:a16="http://schemas.microsoft.com/office/drawing/2014/main" id="{3F758221-8EC1-46EE-A19F-732E139A06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Rectangle 8">
              <a:extLst>
                <a:ext uri="{FF2B5EF4-FFF2-40B4-BE49-F238E27FC236}">
                  <a16:creationId xmlns:a16="http://schemas.microsoft.com/office/drawing/2014/main" id="{E375694C-D5F4-495A-B72F-81152AB056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4" name="Freeform 9">
              <a:extLst>
                <a:ext uri="{FF2B5EF4-FFF2-40B4-BE49-F238E27FC236}">
                  <a16:creationId xmlns:a16="http://schemas.microsoft.com/office/drawing/2014/main" id="{E69B0EA9-32F6-40D7-A2DD-D1FC023892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0">
              <a:extLst>
                <a:ext uri="{FF2B5EF4-FFF2-40B4-BE49-F238E27FC236}">
                  <a16:creationId xmlns:a16="http://schemas.microsoft.com/office/drawing/2014/main" id="{12B11E0C-5C89-4B72-B722-3A26B2D057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1">
              <a:extLst>
                <a:ext uri="{FF2B5EF4-FFF2-40B4-BE49-F238E27FC236}">
                  <a16:creationId xmlns:a16="http://schemas.microsoft.com/office/drawing/2014/main" id="{DA503E86-495B-4F57-8E1D-72D8B3E7F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2">
              <a:extLst>
                <a:ext uri="{FF2B5EF4-FFF2-40B4-BE49-F238E27FC236}">
                  <a16:creationId xmlns:a16="http://schemas.microsoft.com/office/drawing/2014/main" id="{60AD5F62-1652-486C-98D2-16D351D12D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3">
              <a:extLst>
                <a:ext uri="{FF2B5EF4-FFF2-40B4-BE49-F238E27FC236}">
                  <a16:creationId xmlns:a16="http://schemas.microsoft.com/office/drawing/2014/main" id="{8F075584-8BAF-44A9-AE10-8308CAFE6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4">
              <a:extLst>
                <a:ext uri="{FF2B5EF4-FFF2-40B4-BE49-F238E27FC236}">
                  <a16:creationId xmlns:a16="http://schemas.microsoft.com/office/drawing/2014/main" id="{313FD8BA-CF64-418F-BAD1-C4FA9F8271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5">
              <a:extLst>
                <a:ext uri="{FF2B5EF4-FFF2-40B4-BE49-F238E27FC236}">
                  <a16:creationId xmlns:a16="http://schemas.microsoft.com/office/drawing/2014/main" id="{7C33424F-042C-4418-99C1-97422F7603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6">
              <a:extLst>
                <a:ext uri="{FF2B5EF4-FFF2-40B4-BE49-F238E27FC236}">
                  <a16:creationId xmlns:a16="http://schemas.microsoft.com/office/drawing/2014/main" id="{2CB423C3-8B82-4B66-8B5C-AB1EC34EE1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17">
              <a:extLst>
                <a:ext uri="{FF2B5EF4-FFF2-40B4-BE49-F238E27FC236}">
                  <a16:creationId xmlns:a16="http://schemas.microsoft.com/office/drawing/2014/main" id="{F1D6B91A-524E-48B5-BC1E-7EA960ABFD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18">
              <a:extLst>
                <a:ext uri="{FF2B5EF4-FFF2-40B4-BE49-F238E27FC236}">
                  <a16:creationId xmlns:a16="http://schemas.microsoft.com/office/drawing/2014/main" id="{4EF70A15-D70C-45BD-9A67-DA4E600461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19">
              <a:extLst>
                <a:ext uri="{FF2B5EF4-FFF2-40B4-BE49-F238E27FC236}">
                  <a16:creationId xmlns:a16="http://schemas.microsoft.com/office/drawing/2014/main" id="{46313E9A-C631-44CF-8291-E5B42A134F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0">
              <a:extLst>
                <a:ext uri="{FF2B5EF4-FFF2-40B4-BE49-F238E27FC236}">
                  <a16:creationId xmlns:a16="http://schemas.microsoft.com/office/drawing/2014/main" id="{84189926-DB4A-4369-92EC-3D6D847F62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1">
              <a:extLst>
                <a:ext uri="{FF2B5EF4-FFF2-40B4-BE49-F238E27FC236}">
                  <a16:creationId xmlns:a16="http://schemas.microsoft.com/office/drawing/2014/main" id="{853D39DC-7B7C-47AD-A821-3C86CA1F32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2">
              <a:extLst>
                <a:ext uri="{FF2B5EF4-FFF2-40B4-BE49-F238E27FC236}">
                  <a16:creationId xmlns:a16="http://schemas.microsoft.com/office/drawing/2014/main" id="{13072C65-D08B-423E-AB8E-9B457FD42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3">
              <a:extLst>
                <a:ext uri="{FF2B5EF4-FFF2-40B4-BE49-F238E27FC236}">
                  <a16:creationId xmlns:a16="http://schemas.microsoft.com/office/drawing/2014/main" id="{BA9EF5D3-D8B7-40F5-B1EB-9A275D9E78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4">
              <a:extLst>
                <a:ext uri="{FF2B5EF4-FFF2-40B4-BE49-F238E27FC236}">
                  <a16:creationId xmlns:a16="http://schemas.microsoft.com/office/drawing/2014/main" id="{63323DF6-483F-4D2F-A564-7ED4AE4CC9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5">
              <a:extLst>
                <a:ext uri="{FF2B5EF4-FFF2-40B4-BE49-F238E27FC236}">
                  <a16:creationId xmlns:a16="http://schemas.microsoft.com/office/drawing/2014/main" id="{CB7793EF-9BEB-4FCC-A347-6DE567D7D5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6">
              <a:extLst>
                <a:ext uri="{FF2B5EF4-FFF2-40B4-BE49-F238E27FC236}">
                  <a16:creationId xmlns:a16="http://schemas.microsoft.com/office/drawing/2014/main" id="{F1062E13-8253-416E-A939-3139A7603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27">
              <a:extLst>
                <a:ext uri="{FF2B5EF4-FFF2-40B4-BE49-F238E27FC236}">
                  <a16:creationId xmlns:a16="http://schemas.microsoft.com/office/drawing/2014/main" id="{32DD117F-0870-4DDA-B5F9-5CE4462CF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28">
              <a:extLst>
                <a:ext uri="{FF2B5EF4-FFF2-40B4-BE49-F238E27FC236}">
                  <a16:creationId xmlns:a16="http://schemas.microsoft.com/office/drawing/2014/main" id="{B644AAF7-9C12-47D6-A510-BE2AD85910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29">
              <a:extLst>
                <a:ext uri="{FF2B5EF4-FFF2-40B4-BE49-F238E27FC236}">
                  <a16:creationId xmlns:a16="http://schemas.microsoft.com/office/drawing/2014/main" id="{AAACA5CF-D108-4B0E-92D3-9F9D24E87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Freeform 30">
              <a:extLst>
                <a:ext uri="{FF2B5EF4-FFF2-40B4-BE49-F238E27FC236}">
                  <a16:creationId xmlns:a16="http://schemas.microsoft.com/office/drawing/2014/main" id="{86C6C0EC-5C31-40E3-8E73-44FDF94EB8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6" name="Freeform 31">
              <a:extLst>
                <a:ext uri="{FF2B5EF4-FFF2-40B4-BE49-F238E27FC236}">
                  <a16:creationId xmlns:a16="http://schemas.microsoft.com/office/drawing/2014/main" id="{A9D92F21-7CD2-48E9-B58D-57FC8D3147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2">
              <a:extLst>
                <a:ext uri="{FF2B5EF4-FFF2-40B4-BE49-F238E27FC236}">
                  <a16:creationId xmlns:a16="http://schemas.microsoft.com/office/drawing/2014/main" id="{FAD4F4FB-5F4C-4C26-AF56-C0D330ADD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Rectangle 33">
              <a:extLst>
                <a:ext uri="{FF2B5EF4-FFF2-40B4-BE49-F238E27FC236}">
                  <a16:creationId xmlns:a16="http://schemas.microsoft.com/office/drawing/2014/main" id="{557D1121-05DB-41AD-8457-614EE67C04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9" name="Freeform 34">
              <a:extLst>
                <a:ext uri="{FF2B5EF4-FFF2-40B4-BE49-F238E27FC236}">
                  <a16:creationId xmlns:a16="http://schemas.microsoft.com/office/drawing/2014/main" id="{22D6E46B-86D4-4941-829A-FA35390FE0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5">
              <a:extLst>
                <a:ext uri="{FF2B5EF4-FFF2-40B4-BE49-F238E27FC236}">
                  <a16:creationId xmlns:a16="http://schemas.microsoft.com/office/drawing/2014/main" id="{FC7A04F6-03F5-4A79-9BE4-0CD464EE83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6">
              <a:extLst>
                <a:ext uri="{FF2B5EF4-FFF2-40B4-BE49-F238E27FC236}">
                  <a16:creationId xmlns:a16="http://schemas.microsoft.com/office/drawing/2014/main" id="{00AA0C2A-0F32-42A3-9954-A47232978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37">
              <a:extLst>
                <a:ext uri="{FF2B5EF4-FFF2-40B4-BE49-F238E27FC236}">
                  <a16:creationId xmlns:a16="http://schemas.microsoft.com/office/drawing/2014/main" id="{89069153-7C19-4A25-8F80-C936486504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38">
              <a:extLst>
                <a:ext uri="{FF2B5EF4-FFF2-40B4-BE49-F238E27FC236}">
                  <a16:creationId xmlns:a16="http://schemas.microsoft.com/office/drawing/2014/main" id="{E4344EC0-6481-4FB2-8476-A112A2308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39">
              <a:extLst>
                <a:ext uri="{FF2B5EF4-FFF2-40B4-BE49-F238E27FC236}">
                  <a16:creationId xmlns:a16="http://schemas.microsoft.com/office/drawing/2014/main" id="{E4FCE25A-8A91-4F7B-A6D4-ABCE31D6E0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0">
              <a:extLst>
                <a:ext uri="{FF2B5EF4-FFF2-40B4-BE49-F238E27FC236}">
                  <a16:creationId xmlns:a16="http://schemas.microsoft.com/office/drawing/2014/main" id="{6FF156AB-9C77-45F6-9279-09A70CA50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1">
              <a:extLst>
                <a:ext uri="{FF2B5EF4-FFF2-40B4-BE49-F238E27FC236}">
                  <a16:creationId xmlns:a16="http://schemas.microsoft.com/office/drawing/2014/main" id="{10542840-FCBA-44A8-8EA2-3420E7F04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Freeform 42">
              <a:extLst>
                <a:ext uri="{FF2B5EF4-FFF2-40B4-BE49-F238E27FC236}">
                  <a16:creationId xmlns:a16="http://schemas.microsoft.com/office/drawing/2014/main" id="{2888BDC1-FC81-478C-BA5F-B7F40AB393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8" name="Freeform 43">
              <a:extLst>
                <a:ext uri="{FF2B5EF4-FFF2-40B4-BE49-F238E27FC236}">
                  <a16:creationId xmlns:a16="http://schemas.microsoft.com/office/drawing/2014/main" id="{3592D40D-74B4-4835-B648-119FCA6CE4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4">
              <a:extLst>
                <a:ext uri="{FF2B5EF4-FFF2-40B4-BE49-F238E27FC236}">
                  <a16:creationId xmlns:a16="http://schemas.microsoft.com/office/drawing/2014/main" id="{461C120B-EE81-4474-ADCF-A02D3C11EE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Rectangle 45">
              <a:extLst>
                <a:ext uri="{FF2B5EF4-FFF2-40B4-BE49-F238E27FC236}">
                  <a16:creationId xmlns:a16="http://schemas.microsoft.com/office/drawing/2014/main" id="{6839EB42-17CA-463F-BCFF-7239E81997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11" name="Freeform 46">
              <a:extLst>
                <a:ext uri="{FF2B5EF4-FFF2-40B4-BE49-F238E27FC236}">
                  <a16:creationId xmlns:a16="http://schemas.microsoft.com/office/drawing/2014/main" id="{D51E857F-7EFE-465E-ACD7-6836499BA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47">
              <a:extLst>
                <a:ext uri="{FF2B5EF4-FFF2-40B4-BE49-F238E27FC236}">
                  <a16:creationId xmlns:a16="http://schemas.microsoft.com/office/drawing/2014/main" id="{D3640514-8954-4334-9F69-6C1A853F60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48">
              <a:extLst>
                <a:ext uri="{FF2B5EF4-FFF2-40B4-BE49-F238E27FC236}">
                  <a16:creationId xmlns:a16="http://schemas.microsoft.com/office/drawing/2014/main" id="{247047F4-F5B4-4627-AE02-51AAA51E31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49">
              <a:extLst>
                <a:ext uri="{FF2B5EF4-FFF2-40B4-BE49-F238E27FC236}">
                  <a16:creationId xmlns:a16="http://schemas.microsoft.com/office/drawing/2014/main" id="{C70C4514-98AC-4C07-9354-19C7E22461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0">
              <a:extLst>
                <a:ext uri="{FF2B5EF4-FFF2-40B4-BE49-F238E27FC236}">
                  <a16:creationId xmlns:a16="http://schemas.microsoft.com/office/drawing/2014/main" id="{35E2FEB7-1667-4D88-BD22-A3E15103F4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1">
              <a:extLst>
                <a:ext uri="{FF2B5EF4-FFF2-40B4-BE49-F238E27FC236}">
                  <a16:creationId xmlns:a16="http://schemas.microsoft.com/office/drawing/2014/main" id="{A34C558A-C619-4F42-A641-07CDF2264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2">
              <a:extLst>
                <a:ext uri="{FF2B5EF4-FFF2-40B4-BE49-F238E27FC236}">
                  <a16:creationId xmlns:a16="http://schemas.microsoft.com/office/drawing/2014/main" id="{51B4BD30-7E6A-4E66-8D09-D393B38CEF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3">
              <a:extLst>
                <a:ext uri="{FF2B5EF4-FFF2-40B4-BE49-F238E27FC236}">
                  <a16:creationId xmlns:a16="http://schemas.microsoft.com/office/drawing/2014/main" id="{32B9BE43-1970-423A-9DA5-04A7FA4477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4">
              <a:extLst>
                <a:ext uri="{FF2B5EF4-FFF2-40B4-BE49-F238E27FC236}">
                  <a16:creationId xmlns:a16="http://schemas.microsoft.com/office/drawing/2014/main" id="{2BD3C0FF-AEBA-4CC6-A012-A71FEE0B1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5">
              <a:extLst>
                <a:ext uri="{FF2B5EF4-FFF2-40B4-BE49-F238E27FC236}">
                  <a16:creationId xmlns:a16="http://schemas.microsoft.com/office/drawing/2014/main" id="{A60108DC-4524-400F-B9FF-B55F51C6EA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1" name="Freeform 56">
              <a:extLst>
                <a:ext uri="{FF2B5EF4-FFF2-40B4-BE49-F238E27FC236}">
                  <a16:creationId xmlns:a16="http://schemas.microsoft.com/office/drawing/2014/main" id="{5731DF16-C6C8-4323-B641-3CF8722EB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2" name="Freeform 57">
              <a:extLst>
                <a:ext uri="{FF2B5EF4-FFF2-40B4-BE49-F238E27FC236}">
                  <a16:creationId xmlns:a16="http://schemas.microsoft.com/office/drawing/2014/main" id="{51AE01D8-BBB9-402E-B999-E9E8CB4FC9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3" name="Freeform 58">
              <a:extLst>
                <a:ext uri="{FF2B5EF4-FFF2-40B4-BE49-F238E27FC236}">
                  <a16:creationId xmlns:a16="http://schemas.microsoft.com/office/drawing/2014/main" id="{F3871BA4-1D38-4FBA-B505-DC4BD800E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pic>
        <p:nvPicPr>
          <p:cNvPr id="1026" name="Picture 2" descr="Tweet Texting GIF by Paul Windle">
            <a:extLst>
              <a:ext uri="{FF2B5EF4-FFF2-40B4-BE49-F238E27FC236}">
                <a16:creationId xmlns:a16="http://schemas.microsoft.com/office/drawing/2014/main" id="{1FE7CA80-2509-4210-8759-3B41CD57CF50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811" y="1691580"/>
            <a:ext cx="3622674" cy="3622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25687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1_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3.xml><?xml version="1.0" encoding="utf-8"?>
<a:theme xmlns:a="http://schemas.openxmlformats.org/drawingml/2006/main" name="2_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4.xml><?xml version="1.0" encoding="utf-8"?>
<a:theme xmlns:a="http://schemas.openxmlformats.org/drawingml/2006/main" name="3_Circuit">
  <a:themeElements>
    <a:clrScheme name="Circuit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97ECCC31-8429-4523-BE8D-8F09B7A4D4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1216</TotalTime>
  <Words>550</Words>
  <Application>Microsoft Office PowerPoint</Application>
  <PresentationFormat>Grand écran</PresentationFormat>
  <Paragraphs>64</Paragraphs>
  <Slides>23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4</vt:i4>
      </vt:variant>
      <vt:variant>
        <vt:lpstr>Titres des diapositives</vt:lpstr>
      </vt:variant>
      <vt:variant>
        <vt:i4>23</vt:i4>
      </vt:variant>
    </vt:vector>
  </HeadingPairs>
  <TitlesOfParts>
    <vt:vector size="30" baseType="lpstr">
      <vt:lpstr>Arial</vt:lpstr>
      <vt:lpstr>SF UI Text</vt:lpstr>
      <vt:lpstr>Tw Cen MT</vt:lpstr>
      <vt:lpstr>Circuit</vt:lpstr>
      <vt:lpstr>1_Circuit</vt:lpstr>
      <vt:lpstr>2_Circuit</vt:lpstr>
      <vt:lpstr>3_Circuit</vt:lpstr>
      <vt:lpstr>Éthique et société</vt:lpstr>
      <vt:lpstr>Présentations</vt:lpstr>
      <vt:lpstr>Plan de cours</vt:lpstr>
      <vt:lpstr>Plagiat</vt:lpstr>
      <vt:lpstr>Plan pour la session</vt:lpstr>
      <vt:lpstr>Introduction à l’éthique</vt:lpstr>
      <vt:lpstr>Qu’est-ce que l’éthique?</vt:lpstr>
      <vt:lpstr>Qu’est-ce que l’éthique?</vt:lpstr>
      <vt:lpstr>Différence entre éthique et morale?</vt:lpstr>
      <vt:lpstr>Qu’est-ce que l’éthique?</vt:lpstr>
      <vt:lpstr>Les enjeux éthiques </vt:lpstr>
      <vt:lpstr>Les champs de l’éthique</vt:lpstr>
      <vt:lpstr>Les normes</vt:lpstr>
      <vt:lpstr>Les valeurs</vt:lpstr>
      <vt:lpstr>Les enjeux éthiques  les ingalités économiques et raciales, la destruction de l’environnement, la corruption politique, etc…</vt:lpstr>
      <vt:lpstr>Le pluralisme et la crise des valeurs</vt:lpstr>
      <vt:lpstr>Les dilemmes moraux   Est-il parfois juste de mentir? Avons-nous parfois raison de mentir?</vt:lpstr>
      <vt:lpstr>Les théories éthiques</vt:lpstr>
      <vt:lpstr>Les théories éthiques </vt:lpstr>
      <vt:lpstr>Récapitulatif</vt:lpstr>
      <vt:lpstr>Pourquoi la société contemporaine a-t-elle besoin d’éthique?</vt:lpstr>
      <vt:lpstr>Pourquoi la société contemporaine a-t-elle besoin d’éthique?</vt:lpstr>
      <vt:lpstr>N’oubliez pas votre tweet!  Est-il parfois juste de mentir?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Éthique et société</dc:title>
  <dc:creator>Alex Gagnon</dc:creator>
  <cp:lastModifiedBy>Antoine Néron</cp:lastModifiedBy>
  <cp:revision>19</cp:revision>
  <dcterms:created xsi:type="dcterms:W3CDTF">2021-09-09T18:50:23Z</dcterms:created>
  <dcterms:modified xsi:type="dcterms:W3CDTF">2023-01-19T14:28:38Z</dcterms:modified>
</cp:coreProperties>
</file>